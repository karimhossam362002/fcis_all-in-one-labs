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9144000"/>
  <p:notesSz cx="6858000" cy="9144000"/>
  <p:embeddedFontLst>
    <p:embeddedFont>
      <p:font typeface="Palatino Linotype"/>
      <p:regular r:id="rId18"/>
      <p:bold r:id="rId19"/>
      <p:italic r:id="rId20"/>
      <p:boldItalic r:id="rId21"/>
    </p:embeddedFont>
    <p:embeddedFont>
      <p:font typeface="Century Gothic"/>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6" roundtripDataSignature="AMtx7mjpgXPUz4gQLo0TZNfV2kAAG+aR2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alatinoLinotype-italic.fntdata"/><Relationship Id="rId22" Type="http://schemas.openxmlformats.org/officeDocument/2006/relationships/font" Target="fonts/CenturyGothic-regular.fntdata"/><Relationship Id="rId21" Type="http://schemas.openxmlformats.org/officeDocument/2006/relationships/font" Target="fonts/PalatinoLinotype-boldItalic.fntdata"/><Relationship Id="rId24" Type="http://schemas.openxmlformats.org/officeDocument/2006/relationships/font" Target="fonts/CenturyGothic-italic.fntdata"/><Relationship Id="rId23" Type="http://schemas.openxmlformats.org/officeDocument/2006/relationships/font" Target="fonts/CenturyGothic-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font" Target="fonts/CenturyGothic-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PalatinoLinotype-bold.fntdata"/><Relationship Id="rId18" Type="http://schemas.openxmlformats.org/officeDocument/2006/relationships/font" Target="fonts/PalatinoLinotype-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14"/>
          <p:cNvSpPr txBox="1"/>
          <p:nvPr>
            <p:ph type="ctrTitle"/>
          </p:nvPr>
        </p:nvSpPr>
        <p:spPr>
          <a:xfrm>
            <a:off x="685800" y="609601"/>
            <a:ext cx="7772400" cy="426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8000"/>
              <a:buFont typeface="Palatino Linotype"/>
              <a:buNone/>
              <a:defRPr sz="8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14"/>
          <p:cNvSpPr txBox="1"/>
          <p:nvPr>
            <p:ph idx="1" type="subTitle"/>
          </p:nvPr>
        </p:nvSpPr>
        <p:spPr>
          <a:xfrm>
            <a:off x="1371600" y="4953000"/>
            <a:ext cx="6400800" cy="1219200"/>
          </a:xfrm>
          <a:prstGeom prst="rect">
            <a:avLst/>
          </a:prstGeom>
          <a:noFill/>
          <a:ln>
            <a:noFill/>
          </a:ln>
        </p:spPr>
        <p:txBody>
          <a:bodyPr anchorCtr="0" anchor="t" bIns="45700" lIns="91425" spcFirstLastPara="1" rIns="91425" wrap="square" tIns="45700">
            <a:normAutofit/>
          </a:bodyPr>
          <a:lstStyle>
            <a:lvl1pPr lvl="0" algn="ctr">
              <a:spcBef>
                <a:spcPts val="480"/>
              </a:spcBef>
              <a:spcAft>
                <a:spcPts val="0"/>
              </a:spcAft>
              <a:buClr>
                <a:srgbClr val="888888"/>
              </a:buClr>
              <a:buSzPts val="2400"/>
              <a:buNone/>
              <a:defRPr sz="2400">
                <a:solidFill>
                  <a:srgbClr val="888888"/>
                </a:solidFill>
              </a:defRPr>
            </a:lvl1pPr>
            <a:lvl2pPr lvl="1" algn="ctr">
              <a:spcBef>
                <a:spcPts val="320"/>
              </a:spcBef>
              <a:spcAft>
                <a:spcPts val="0"/>
              </a:spcAft>
              <a:buClr>
                <a:srgbClr val="888888"/>
              </a:buClr>
              <a:buSzPts val="1600"/>
              <a:buNone/>
              <a:defRPr>
                <a:solidFill>
                  <a:srgbClr val="888888"/>
                </a:solidFill>
              </a:defRPr>
            </a:lvl2pPr>
            <a:lvl3pPr lvl="2" algn="ctr">
              <a:spcBef>
                <a:spcPts val="320"/>
              </a:spcBef>
              <a:spcAft>
                <a:spcPts val="0"/>
              </a:spcAft>
              <a:buClr>
                <a:srgbClr val="888888"/>
              </a:buClr>
              <a:buSzPts val="16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320"/>
              </a:spcBef>
              <a:spcAft>
                <a:spcPts val="0"/>
              </a:spcAft>
              <a:buClr>
                <a:srgbClr val="888888"/>
              </a:buClr>
              <a:buSzPts val="1600"/>
              <a:buNone/>
              <a:defRPr>
                <a:solidFill>
                  <a:srgbClr val="888888"/>
                </a:solidFill>
              </a:defRPr>
            </a:lvl6pPr>
            <a:lvl7pPr lvl="6" algn="ctr">
              <a:spcBef>
                <a:spcPts val="320"/>
              </a:spcBef>
              <a:spcAft>
                <a:spcPts val="0"/>
              </a:spcAft>
              <a:buClr>
                <a:srgbClr val="888888"/>
              </a:buClr>
              <a:buSzPts val="1600"/>
              <a:buNone/>
              <a:defRPr>
                <a:solidFill>
                  <a:srgbClr val="888888"/>
                </a:solidFill>
              </a:defRPr>
            </a:lvl7pPr>
            <a:lvl8pPr lvl="7" algn="ctr">
              <a:spcBef>
                <a:spcPts val="320"/>
              </a:spcBef>
              <a:spcAft>
                <a:spcPts val="0"/>
              </a:spcAft>
              <a:buClr>
                <a:srgbClr val="888888"/>
              </a:buClr>
              <a:buSzPts val="1600"/>
              <a:buNone/>
              <a:defRPr>
                <a:solidFill>
                  <a:srgbClr val="888888"/>
                </a:solidFill>
              </a:defRPr>
            </a:lvl8pPr>
            <a:lvl9pPr lvl="8" algn="ctr">
              <a:spcBef>
                <a:spcPts val="320"/>
              </a:spcBef>
              <a:spcAft>
                <a:spcPts val="0"/>
              </a:spcAft>
              <a:buClr>
                <a:srgbClr val="888888"/>
              </a:buClr>
              <a:buSzPts val="1600"/>
              <a:buNone/>
              <a:defRPr>
                <a:solidFill>
                  <a:srgbClr val="888888"/>
                </a:solidFill>
              </a:defRPr>
            </a:lvl9pPr>
          </a:lstStyle>
          <a:p/>
        </p:txBody>
      </p:sp>
      <p:sp>
        <p:nvSpPr>
          <p:cNvPr id="16" name="Google Shape;16;p14"/>
          <p:cNvSpPr txBox="1"/>
          <p:nvPr>
            <p:ph idx="10" type="dt"/>
          </p:nvPr>
        </p:nvSpPr>
        <p:spPr>
          <a:xfrm>
            <a:off x="6363347" y="6356350"/>
            <a:ext cx="2085975" cy="365125"/>
          </a:xfrm>
          <a:prstGeom prst="rect">
            <a:avLst/>
          </a:prstGeom>
          <a:noFill/>
          <a:ln>
            <a:noFill/>
          </a:ln>
        </p:spPr>
        <p:txBody>
          <a:bodyPr anchorCtr="0" anchor="ctr" bIns="45700" lIns="91425" spcFirstLastPara="1" rIns="4570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4"/>
          <p:cNvSpPr txBox="1"/>
          <p:nvPr>
            <p:ph idx="12" type="sldNum"/>
          </p:nvPr>
        </p:nvSpPr>
        <p:spPr>
          <a:xfrm>
            <a:off x="8543278" y="6356350"/>
            <a:ext cx="561975" cy="365125"/>
          </a:xfrm>
          <a:prstGeom prst="rect">
            <a:avLst/>
          </a:prstGeom>
          <a:noFill/>
          <a:ln>
            <a:noFill/>
          </a:ln>
        </p:spPr>
        <p:txBody>
          <a:bodyPr anchorCtr="0" anchor="ctr" bIns="45700" lIns="27425" spcFirstLastPara="1" rIns="45700"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18" name="Google Shape;18;p14"/>
          <p:cNvSpPr txBox="1"/>
          <p:nvPr>
            <p:ph idx="11" type="ftr"/>
          </p:nvPr>
        </p:nvSpPr>
        <p:spPr>
          <a:xfrm>
            <a:off x="659165" y="6356350"/>
            <a:ext cx="2847975" cy="365125"/>
          </a:xfrm>
          <a:prstGeom prst="rect">
            <a:avLst/>
          </a:prstGeom>
          <a:noFill/>
          <a:ln>
            <a:noFill/>
          </a:ln>
        </p:spPr>
        <p:txBody>
          <a:bodyPr anchorCtr="0" anchor="ctr" bIns="45700" lIns="4570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15"/>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Autofit/>
          </a:bodyPr>
          <a:lstStyle>
            <a:lvl1pPr lvl="0" algn="ctr">
              <a:lnSpc>
                <a:spcPct val="322222"/>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rgbClr val="7F7F7F"/>
              </a:buClr>
              <a:buSzPts val="1800"/>
              <a:buChar char="•"/>
              <a:defRPr/>
            </a:lvl1pPr>
            <a:lvl2pPr indent="-342900" lvl="1" marL="914400" algn="l">
              <a:spcBef>
                <a:spcPts val="360"/>
              </a:spcBef>
              <a:spcAft>
                <a:spcPts val="0"/>
              </a:spcAft>
              <a:buClr>
                <a:srgbClr val="7F7F7F"/>
              </a:buClr>
              <a:buSzPts val="1800"/>
              <a:buChar char="o"/>
              <a:defRPr/>
            </a:lvl2pPr>
            <a:lvl3pPr indent="-342900" lvl="2" marL="1371600" algn="l">
              <a:spcBef>
                <a:spcPts val="360"/>
              </a:spcBef>
              <a:spcAft>
                <a:spcPts val="0"/>
              </a:spcAft>
              <a:buClr>
                <a:srgbClr val="7F7F7F"/>
              </a:buClr>
              <a:buSzPts val="1800"/>
              <a:buChar char="•"/>
              <a:defRPr/>
            </a:lvl3pPr>
            <a:lvl4pPr indent="-342900" lvl="3" marL="1828800" algn="l">
              <a:spcBef>
                <a:spcPts val="360"/>
              </a:spcBef>
              <a:spcAft>
                <a:spcPts val="0"/>
              </a:spcAft>
              <a:buClr>
                <a:srgbClr val="7F7F7F"/>
              </a:buClr>
              <a:buSzPts val="1800"/>
              <a:buChar char="o"/>
              <a:defRPr/>
            </a:lvl4pPr>
            <a:lvl5pPr indent="-330200" lvl="4" marL="2286000" algn="l">
              <a:spcBef>
                <a:spcPts val="320"/>
              </a:spcBef>
              <a:spcAft>
                <a:spcPts val="0"/>
              </a:spcAft>
              <a:buClr>
                <a:srgbClr val="7F7F7F"/>
              </a:buClr>
              <a:buSzPts val="1600"/>
              <a:buChar char="•"/>
              <a:defRPr/>
            </a:lvl5pPr>
            <a:lvl6pPr indent="-330200" lvl="5" marL="2743200" algn="l">
              <a:spcBef>
                <a:spcPts val="320"/>
              </a:spcBef>
              <a:spcAft>
                <a:spcPts val="0"/>
              </a:spcAft>
              <a:buClr>
                <a:srgbClr val="7F7F7F"/>
              </a:buClr>
              <a:buSzPts val="1600"/>
              <a:buChar char="o"/>
              <a:defRPr/>
            </a:lvl6pPr>
            <a:lvl7pPr indent="-330200" lvl="6" marL="3200400" algn="l">
              <a:spcBef>
                <a:spcPts val="320"/>
              </a:spcBef>
              <a:spcAft>
                <a:spcPts val="0"/>
              </a:spcAft>
              <a:buClr>
                <a:srgbClr val="7F7F7F"/>
              </a:buClr>
              <a:buSzPts val="1600"/>
              <a:buChar char="•"/>
              <a:defRPr/>
            </a:lvl7pPr>
            <a:lvl8pPr indent="-330200" lvl="7" marL="3657600" algn="l">
              <a:spcBef>
                <a:spcPts val="320"/>
              </a:spcBef>
              <a:spcAft>
                <a:spcPts val="0"/>
              </a:spcAft>
              <a:buClr>
                <a:srgbClr val="7F7F7F"/>
              </a:buClr>
              <a:buSzPts val="1600"/>
              <a:buChar char="o"/>
              <a:defRPr/>
            </a:lvl8pPr>
            <a:lvl9pPr indent="-330200" lvl="8" marL="4114800" algn="l">
              <a:spcBef>
                <a:spcPts val="320"/>
              </a:spcBef>
              <a:spcAft>
                <a:spcPts val="0"/>
              </a:spcAft>
              <a:buClr>
                <a:srgbClr val="7F7F7F"/>
              </a:buClr>
              <a:buSzPts val="1600"/>
              <a:buFont typeface="Arial"/>
              <a:buChar char="•"/>
              <a:defRPr/>
            </a:lvl9pPr>
          </a:lstStyle>
          <a:p/>
        </p:txBody>
      </p:sp>
      <p:sp>
        <p:nvSpPr>
          <p:cNvPr id="22" name="Google Shape;22;p15"/>
          <p:cNvSpPr txBox="1"/>
          <p:nvPr>
            <p:ph idx="10" type="dt"/>
          </p:nvPr>
        </p:nvSpPr>
        <p:spPr>
          <a:xfrm>
            <a:off x="6363347" y="6356350"/>
            <a:ext cx="2085975" cy="365125"/>
          </a:xfrm>
          <a:prstGeom prst="rect">
            <a:avLst/>
          </a:prstGeom>
          <a:noFill/>
          <a:ln>
            <a:noFill/>
          </a:ln>
        </p:spPr>
        <p:txBody>
          <a:bodyPr anchorCtr="0" anchor="ctr" bIns="45700" lIns="91425" spcFirstLastPara="1" rIns="4570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5"/>
          <p:cNvSpPr txBox="1"/>
          <p:nvPr>
            <p:ph idx="11" type="ftr"/>
          </p:nvPr>
        </p:nvSpPr>
        <p:spPr>
          <a:xfrm>
            <a:off x="659165" y="6356350"/>
            <a:ext cx="2847975" cy="365125"/>
          </a:xfrm>
          <a:prstGeom prst="rect">
            <a:avLst/>
          </a:prstGeom>
          <a:noFill/>
          <a:ln>
            <a:noFill/>
          </a:ln>
        </p:spPr>
        <p:txBody>
          <a:bodyPr anchorCtr="0" anchor="ctr" bIns="45700" lIns="4570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5"/>
          <p:cNvSpPr txBox="1"/>
          <p:nvPr>
            <p:ph idx="12" type="sldNum"/>
          </p:nvPr>
        </p:nvSpPr>
        <p:spPr>
          <a:xfrm>
            <a:off x="8543278" y="6356350"/>
            <a:ext cx="561975" cy="365125"/>
          </a:xfrm>
          <a:prstGeom prst="rect">
            <a:avLst/>
          </a:prstGeom>
          <a:noFill/>
          <a:ln>
            <a:noFill/>
          </a:ln>
        </p:spPr>
        <p:txBody>
          <a:bodyPr anchorCtr="0" anchor="ctr" bIns="45700" lIns="27425" spcFirstLastPara="1" rIns="45700"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16"/>
          <p:cNvSpPr txBox="1"/>
          <p:nvPr>
            <p:ph type="title"/>
          </p:nvPr>
        </p:nvSpPr>
        <p:spPr>
          <a:xfrm>
            <a:off x="722313" y="1371600"/>
            <a:ext cx="7772400" cy="2505075"/>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4800"/>
              <a:buFont typeface="Palatino Linotype"/>
              <a:buNone/>
              <a:defRPr sz="4800">
                <a:solidFill>
                  <a:schemeClr val="dk2"/>
                </a:solidFill>
                <a:latin typeface="Palatino Linotype"/>
                <a:ea typeface="Palatino Linotype"/>
                <a:cs typeface="Palatino Linotype"/>
                <a:sym typeface="Palatino Linotyp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6"/>
          <p:cNvSpPr txBox="1"/>
          <p:nvPr>
            <p:ph idx="1" type="body"/>
          </p:nvPr>
        </p:nvSpPr>
        <p:spPr>
          <a:xfrm>
            <a:off x="722313" y="4068763"/>
            <a:ext cx="7772400" cy="1131887"/>
          </a:xfrm>
          <a:prstGeom prst="rect">
            <a:avLst/>
          </a:prstGeom>
          <a:noFill/>
          <a:ln>
            <a:noFill/>
          </a:ln>
        </p:spPr>
        <p:txBody>
          <a:bodyPr anchorCtr="0" anchor="t" bIns="45700" lIns="91425" spcFirstLastPara="1" rIns="91425" wrap="square" tIns="45700">
            <a:normAutofit/>
          </a:bodyPr>
          <a:lstStyle>
            <a:lvl1pPr indent="-228600" lvl="0" marL="457200" algn="ctr">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8" name="Google Shape;28;p16"/>
          <p:cNvSpPr txBox="1"/>
          <p:nvPr>
            <p:ph idx="10" type="dt"/>
          </p:nvPr>
        </p:nvSpPr>
        <p:spPr>
          <a:xfrm>
            <a:off x="6363347" y="6356350"/>
            <a:ext cx="2085975" cy="365125"/>
          </a:xfrm>
          <a:prstGeom prst="rect">
            <a:avLst/>
          </a:prstGeom>
          <a:noFill/>
          <a:ln>
            <a:noFill/>
          </a:ln>
        </p:spPr>
        <p:txBody>
          <a:bodyPr anchorCtr="0" anchor="ctr" bIns="45700" lIns="91425" spcFirstLastPara="1" rIns="4570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6"/>
          <p:cNvSpPr txBox="1"/>
          <p:nvPr>
            <p:ph idx="11" type="ftr"/>
          </p:nvPr>
        </p:nvSpPr>
        <p:spPr>
          <a:xfrm>
            <a:off x="659165" y="6356350"/>
            <a:ext cx="2847975" cy="365125"/>
          </a:xfrm>
          <a:prstGeom prst="rect">
            <a:avLst/>
          </a:prstGeom>
          <a:noFill/>
          <a:ln>
            <a:noFill/>
          </a:ln>
        </p:spPr>
        <p:txBody>
          <a:bodyPr anchorCtr="0" anchor="ctr" bIns="45700" lIns="4570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6"/>
          <p:cNvSpPr txBox="1"/>
          <p:nvPr>
            <p:ph idx="12" type="sldNum"/>
          </p:nvPr>
        </p:nvSpPr>
        <p:spPr>
          <a:xfrm>
            <a:off x="8543278" y="6356350"/>
            <a:ext cx="561975" cy="365125"/>
          </a:xfrm>
          <a:prstGeom prst="rect">
            <a:avLst/>
          </a:prstGeom>
          <a:noFill/>
          <a:ln>
            <a:noFill/>
          </a:ln>
        </p:spPr>
        <p:txBody>
          <a:bodyPr anchorCtr="0" anchor="ctr" bIns="45700" lIns="27425" spcFirstLastPara="1" rIns="45700"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31" name="Google Shape;31;p16"/>
          <p:cNvSpPr/>
          <p:nvPr/>
        </p:nvSpPr>
        <p:spPr>
          <a:xfrm>
            <a:off x="4495800" y="3924300"/>
            <a:ext cx="84772" cy="84772"/>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alatino Linotype"/>
              <a:ea typeface="Palatino Linotype"/>
              <a:cs typeface="Palatino Linotype"/>
              <a:sym typeface="Palatino Linotype"/>
            </a:endParaRPr>
          </a:p>
        </p:txBody>
      </p:sp>
      <p:sp>
        <p:nvSpPr>
          <p:cNvPr id="32" name="Google Shape;32;p16"/>
          <p:cNvSpPr/>
          <p:nvPr/>
        </p:nvSpPr>
        <p:spPr>
          <a:xfrm>
            <a:off x="4695825" y="3924300"/>
            <a:ext cx="84772" cy="84772"/>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alatino Linotype"/>
              <a:ea typeface="Palatino Linotype"/>
              <a:cs typeface="Palatino Linotype"/>
              <a:sym typeface="Palatino Linotype"/>
            </a:endParaRPr>
          </a:p>
        </p:txBody>
      </p:sp>
      <p:sp>
        <p:nvSpPr>
          <p:cNvPr id="33" name="Google Shape;33;p16"/>
          <p:cNvSpPr/>
          <p:nvPr/>
        </p:nvSpPr>
        <p:spPr>
          <a:xfrm>
            <a:off x="4296728" y="3924300"/>
            <a:ext cx="84772" cy="84772"/>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alatino Linotype"/>
              <a:ea typeface="Palatino Linotype"/>
              <a:cs typeface="Palatino Linotype"/>
              <a:sym typeface="Palatino Linotype"/>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17"/>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Autofit/>
          </a:bodyPr>
          <a:lstStyle>
            <a:lvl1pPr lvl="0" algn="ctr">
              <a:lnSpc>
                <a:spcPct val="322222"/>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7"/>
          <p:cNvSpPr txBox="1"/>
          <p:nvPr>
            <p:ph idx="1"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7F7F7F"/>
              </a:buClr>
              <a:buSzPts val="2400"/>
              <a:buChar char="•"/>
              <a:defRPr sz="2400"/>
            </a:lvl1pPr>
            <a:lvl2pPr indent="-330200" lvl="1" marL="914400" algn="l">
              <a:spcBef>
                <a:spcPts val="320"/>
              </a:spcBef>
              <a:spcAft>
                <a:spcPts val="0"/>
              </a:spcAft>
              <a:buClr>
                <a:srgbClr val="7F7F7F"/>
              </a:buClr>
              <a:buSzPts val="1600"/>
              <a:buChar char="o"/>
              <a:defRPr sz="1600"/>
            </a:lvl2pPr>
            <a:lvl3pPr indent="-330200" lvl="2" marL="1371600" algn="l">
              <a:spcBef>
                <a:spcPts val="320"/>
              </a:spcBef>
              <a:spcAft>
                <a:spcPts val="0"/>
              </a:spcAft>
              <a:buClr>
                <a:srgbClr val="7F7F7F"/>
              </a:buClr>
              <a:buSzPts val="1600"/>
              <a:buChar char="•"/>
              <a:defRPr sz="1600"/>
            </a:lvl3pPr>
            <a:lvl4pPr indent="-330200" lvl="3" marL="1828800" algn="l">
              <a:spcBef>
                <a:spcPts val="320"/>
              </a:spcBef>
              <a:spcAft>
                <a:spcPts val="0"/>
              </a:spcAft>
              <a:buClr>
                <a:srgbClr val="7F7F7F"/>
              </a:buClr>
              <a:buSzPts val="1600"/>
              <a:buChar char="o"/>
              <a:defRPr sz="1600"/>
            </a:lvl4pPr>
            <a:lvl5pPr indent="-330200" lvl="4" marL="2286000" algn="l">
              <a:spcBef>
                <a:spcPts val="320"/>
              </a:spcBef>
              <a:spcAft>
                <a:spcPts val="0"/>
              </a:spcAft>
              <a:buClr>
                <a:srgbClr val="7F7F7F"/>
              </a:buClr>
              <a:buSzPts val="1600"/>
              <a:buChar char="•"/>
              <a:defRPr sz="1600"/>
            </a:lvl5pPr>
            <a:lvl6pPr indent="-330200" lvl="5" marL="2743200" algn="l">
              <a:spcBef>
                <a:spcPts val="320"/>
              </a:spcBef>
              <a:spcAft>
                <a:spcPts val="0"/>
              </a:spcAft>
              <a:buClr>
                <a:srgbClr val="7F7F7F"/>
              </a:buClr>
              <a:buSzPts val="1600"/>
              <a:buChar char="o"/>
              <a:defRPr sz="1600"/>
            </a:lvl6pPr>
            <a:lvl7pPr indent="-330200" lvl="6" marL="3200400" algn="l">
              <a:spcBef>
                <a:spcPts val="320"/>
              </a:spcBef>
              <a:spcAft>
                <a:spcPts val="0"/>
              </a:spcAft>
              <a:buClr>
                <a:srgbClr val="7F7F7F"/>
              </a:buClr>
              <a:buSzPts val="1600"/>
              <a:buChar char="•"/>
              <a:defRPr sz="1600"/>
            </a:lvl7pPr>
            <a:lvl8pPr indent="-330200" lvl="7" marL="3657600" algn="l">
              <a:spcBef>
                <a:spcPts val="320"/>
              </a:spcBef>
              <a:spcAft>
                <a:spcPts val="0"/>
              </a:spcAft>
              <a:buClr>
                <a:srgbClr val="7F7F7F"/>
              </a:buClr>
              <a:buSzPts val="1600"/>
              <a:buChar char="o"/>
              <a:defRPr sz="1600"/>
            </a:lvl8pPr>
            <a:lvl9pPr indent="-330200" lvl="8" marL="4114800" algn="l">
              <a:spcBef>
                <a:spcPts val="320"/>
              </a:spcBef>
              <a:spcAft>
                <a:spcPts val="0"/>
              </a:spcAft>
              <a:buClr>
                <a:srgbClr val="7F7F7F"/>
              </a:buClr>
              <a:buSzPts val="1600"/>
              <a:buChar char="•"/>
              <a:defRPr sz="1600"/>
            </a:lvl9pPr>
          </a:lstStyle>
          <a:p/>
        </p:txBody>
      </p:sp>
      <p:sp>
        <p:nvSpPr>
          <p:cNvPr id="37" name="Google Shape;37;p17"/>
          <p:cNvSpPr txBox="1"/>
          <p:nvPr>
            <p:ph idx="10" type="dt"/>
          </p:nvPr>
        </p:nvSpPr>
        <p:spPr>
          <a:xfrm>
            <a:off x="6363347" y="6356350"/>
            <a:ext cx="2085975" cy="365125"/>
          </a:xfrm>
          <a:prstGeom prst="rect">
            <a:avLst/>
          </a:prstGeom>
          <a:noFill/>
          <a:ln>
            <a:noFill/>
          </a:ln>
        </p:spPr>
        <p:txBody>
          <a:bodyPr anchorCtr="0" anchor="ctr" bIns="45700" lIns="91425" spcFirstLastPara="1" rIns="4570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7"/>
          <p:cNvSpPr txBox="1"/>
          <p:nvPr>
            <p:ph idx="11" type="ftr"/>
          </p:nvPr>
        </p:nvSpPr>
        <p:spPr>
          <a:xfrm>
            <a:off x="659165" y="6356350"/>
            <a:ext cx="2847975" cy="365125"/>
          </a:xfrm>
          <a:prstGeom prst="rect">
            <a:avLst/>
          </a:prstGeom>
          <a:noFill/>
          <a:ln>
            <a:noFill/>
          </a:ln>
        </p:spPr>
        <p:txBody>
          <a:bodyPr anchorCtr="0" anchor="ctr" bIns="45700" lIns="4570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7"/>
          <p:cNvSpPr txBox="1"/>
          <p:nvPr>
            <p:ph idx="12" type="sldNum"/>
          </p:nvPr>
        </p:nvSpPr>
        <p:spPr>
          <a:xfrm>
            <a:off x="8543278" y="6356350"/>
            <a:ext cx="561975" cy="365125"/>
          </a:xfrm>
          <a:prstGeom prst="rect">
            <a:avLst/>
          </a:prstGeom>
          <a:noFill/>
          <a:ln>
            <a:noFill/>
          </a:ln>
        </p:spPr>
        <p:txBody>
          <a:bodyPr anchorCtr="0" anchor="ctr" bIns="45700" lIns="27425" spcFirstLastPara="1" rIns="45700"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40" name="Google Shape;40;p17"/>
          <p:cNvSpPr txBox="1"/>
          <p:nvPr>
            <p:ph idx="2" type="body"/>
          </p:nvPr>
        </p:nvSpPr>
        <p:spPr>
          <a:xfrm>
            <a:off x="365760" y="1600200"/>
            <a:ext cx="4041648" cy="452628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rgbClr val="7F7F7F"/>
              </a:buClr>
              <a:buSzPts val="1800"/>
              <a:buChar char="•"/>
              <a:defRPr/>
            </a:lvl1pPr>
            <a:lvl2pPr indent="-342900" lvl="1" marL="914400" algn="l">
              <a:spcBef>
                <a:spcPts val="360"/>
              </a:spcBef>
              <a:spcAft>
                <a:spcPts val="0"/>
              </a:spcAft>
              <a:buClr>
                <a:srgbClr val="7F7F7F"/>
              </a:buClr>
              <a:buSzPts val="1800"/>
              <a:buChar char="o"/>
              <a:defRPr/>
            </a:lvl2pPr>
            <a:lvl3pPr indent="-342900" lvl="2" marL="1371600" algn="l">
              <a:spcBef>
                <a:spcPts val="360"/>
              </a:spcBef>
              <a:spcAft>
                <a:spcPts val="0"/>
              </a:spcAft>
              <a:buClr>
                <a:srgbClr val="7F7F7F"/>
              </a:buClr>
              <a:buSzPts val="1800"/>
              <a:buChar char="•"/>
              <a:defRPr/>
            </a:lvl3pPr>
            <a:lvl4pPr indent="-342900" lvl="3" marL="1828800" algn="l">
              <a:spcBef>
                <a:spcPts val="360"/>
              </a:spcBef>
              <a:spcAft>
                <a:spcPts val="0"/>
              </a:spcAft>
              <a:buClr>
                <a:srgbClr val="7F7F7F"/>
              </a:buClr>
              <a:buSzPts val="1800"/>
              <a:buChar char="o"/>
              <a:defRPr/>
            </a:lvl4pPr>
            <a:lvl5pPr indent="-342900" lvl="4" marL="2286000" algn="l">
              <a:spcBef>
                <a:spcPts val="360"/>
              </a:spcBef>
              <a:spcAft>
                <a:spcPts val="0"/>
              </a:spcAft>
              <a:buClr>
                <a:srgbClr val="7F7F7F"/>
              </a:buClr>
              <a:buSzPts val="1800"/>
              <a:buChar char="•"/>
              <a:defRPr/>
            </a:lvl5pPr>
            <a:lvl6pPr indent="-342900" lvl="5" marL="2743200" algn="l">
              <a:spcBef>
                <a:spcPts val="360"/>
              </a:spcBef>
              <a:spcAft>
                <a:spcPts val="0"/>
              </a:spcAft>
              <a:buClr>
                <a:srgbClr val="7F7F7F"/>
              </a:buClr>
              <a:buSzPts val="1800"/>
              <a:buChar char="o"/>
              <a:defRPr/>
            </a:lvl6pPr>
            <a:lvl7pPr indent="-342900" lvl="6" marL="3200400" algn="l">
              <a:spcBef>
                <a:spcPts val="360"/>
              </a:spcBef>
              <a:spcAft>
                <a:spcPts val="0"/>
              </a:spcAft>
              <a:buClr>
                <a:srgbClr val="7F7F7F"/>
              </a:buClr>
              <a:buSzPts val="1800"/>
              <a:buChar char="•"/>
              <a:defRPr/>
            </a:lvl7pPr>
            <a:lvl8pPr indent="-342900" lvl="7" marL="3657600" algn="l">
              <a:spcBef>
                <a:spcPts val="360"/>
              </a:spcBef>
              <a:spcAft>
                <a:spcPts val="0"/>
              </a:spcAft>
              <a:buClr>
                <a:srgbClr val="7F7F7F"/>
              </a:buClr>
              <a:buSzPts val="1800"/>
              <a:buChar char="o"/>
              <a:defRPr/>
            </a:lvl8pPr>
            <a:lvl9pPr indent="-342900" lvl="8" marL="4114800" algn="l">
              <a:spcBef>
                <a:spcPts val="360"/>
              </a:spcBef>
              <a:spcAft>
                <a:spcPts val="0"/>
              </a:spcAft>
              <a:buClr>
                <a:srgbClr val="7F7F7F"/>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18"/>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Autofit/>
          </a:bodyPr>
          <a:lstStyle>
            <a:lvl1pPr lvl="0" algn="ctr">
              <a:lnSpc>
                <a:spcPct val="107407"/>
              </a:lnSpc>
              <a:spcBef>
                <a:spcPts val="0"/>
              </a:spcBef>
              <a:spcAft>
                <a:spcPts val="0"/>
              </a:spcAft>
              <a:buClr>
                <a:schemeClr val="dk2"/>
              </a:buClr>
              <a:buSzPts val="5400"/>
              <a:buFont typeface="Palatino Linotyp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18"/>
          <p:cNvSpPr txBox="1"/>
          <p:nvPr>
            <p:ph idx="1" type="body"/>
          </p:nvPr>
        </p:nvSpPr>
        <p:spPr>
          <a:xfrm>
            <a:off x="457200" y="1600200"/>
            <a:ext cx="4040188" cy="609600"/>
          </a:xfrm>
          <a:prstGeom prst="rect">
            <a:avLst/>
          </a:prstGeom>
          <a:noFill/>
          <a:ln>
            <a:noFill/>
          </a:ln>
        </p:spPr>
        <p:txBody>
          <a:bodyPr anchorCtr="0" anchor="b" bIns="45700" lIns="91425" spcFirstLastPara="1" rIns="91425" wrap="square" tIns="45700">
            <a:noAutofit/>
          </a:bodyPr>
          <a:lstStyle>
            <a:lvl1pPr indent="-228600" lvl="0" marL="457200" algn="ctr">
              <a:spcBef>
                <a:spcPts val="480"/>
              </a:spcBef>
              <a:spcAft>
                <a:spcPts val="0"/>
              </a:spcAft>
              <a:buClr>
                <a:srgbClr val="7F7F7F"/>
              </a:buClr>
              <a:buSzPts val="2400"/>
              <a:buNone/>
              <a:defRPr b="0" sz="2400"/>
            </a:lvl1pPr>
            <a:lvl2pPr indent="-228600" lvl="1" marL="914400" algn="l">
              <a:spcBef>
                <a:spcPts val="400"/>
              </a:spcBef>
              <a:spcAft>
                <a:spcPts val="0"/>
              </a:spcAft>
              <a:buClr>
                <a:srgbClr val="7F7F7F"/>
              </a:buClr>
              <a:buSzPts val="2000"/>
              <a:buNone/>
              <a:defRPr b="1" sz="2000"/>
            </a:lvl2pPr>
            <a:lvl3pPr indent="-228600" lvl="2" marL="1371600" algn="l">
              <a:spcBef>
                <a:spcPts val="360"/>
              </a:spcBef>
              <a:spcAft>
                <a:spcPts val="0"/>
              </a:spcAft>
              <a:buClr>
                <a:srgbClr val="7F7F7F"/>
              </a:buClr>
              <a:buSzPts val="1800"/>
              <a:buNone/>
              <a:defRPr b="1" sz="1800"/>
            </a:lvl3pPr>
            <a:lvl4pPr indent="-228600" lvl="3" marL="1828800" algn="l">
              <a:spcBef>
                <a:spcPts val="320"/>
              </a:spcBef>
              <a:spcAft>
                <a:spcPts val="0"/>
              </a:spcAft>
              <a:buClr>
                <a:srgbClr val="7F7F7F"/>
              </a:buClr>
              <a:buSzPts val="1600"/>
              <a:buNone/>
              <a:defRPr b="1" sz="1600"/>
            </a:lvl4pPr>
            <a:lvl5pPr indent="-228600" lvl="4" marL="2286000" algn="l">
              <a:spcBef>
                <a:spcPts val="320"/>
              </a:spcBef>
              <a:spcAft>
                <a:spcPts val="0"/>
              </a:spcAft>
              <a:buClr>
                <a:srgbClr val="7F7F7F"/>
              </a:buClr>
              <a:buSzPts val="1600"/>
              <a:buNone/>
              <a:defRPr b="1" sz="1600"/>
            </a:lvl5pPr>
            <a:lvl6pPr indent="-228600" lvl="5" marL="2743200" algn="l">
              <a:spcBef>
                <a:spcPts val="320"/>
              </a:spcBef>
              <a:spcAft>
                <a:spcPts val="0"/>
              </a:spcAft>
              <a:buClr>
                <a:srgbClr val="7F7F7F"/>
              </a:buClr>
              <a:buSzPts val="1600"/>
              <a:buNone/>
              <a:defRPr b="1" sz="1600"/>
            </a:lvl6pPr>
            <a:lvl7pPr indent="-228600" lvl="6" marL="3200400" algn="l">
              <a:spcBef>
                <a:spcPts val="320"/>
              </a:spcBef>
              <a:spcAft>
                <a:spcPts val="0"/>
              </a:spcAft>
              <a:buClr>
                <a:srgbClr val="7F7F7F"/>
              </a:buClr>
              <a:buSzPts val="1600"/>
              <a:buNone/>
              <a:defRPr b="1" sz="1600"/>
            </a:lvl7pPr>
            <a:lvl8pPr indent="-228600" lvl="7" marL="3657600" algn="l">
              <a:spcBef>
                <a:spcPts val="320"/>
              </a:spcBef>
              <a:spcAft>
                <a:spcPts val="0"/>
              </a:spcAft>
              <a:buClr>
                <a:srgbClr val="7F7F7F"/>
              </a:buClr>
              <a:buSzPts val="1600"/>
              <a:buNone/>
              <a:defRPr b="1" sz="1600"/>
            </a:lvl8pPr>
            <a:lvl9pPr indent="-228600" lvl="8" marL="4114800" algn="l">
              <a:spcBef>
                <a:spcPts val="320"/>
              </a:spcBef>
              <a:spcAft>
                <a:spcPts val="0"/>
              </a:spcAft>
              <a:buClr>
                <a:srgbClr val="7F7F7F"/>
              </a:buClr>
              <a:buSzPts val="1600"/>
              <a:buNone/>
              <a:defRPr b="1" sz="1600"/>
            </a:lvl9pPr>
          </a:lstStyle>
          <a:p/>
        </p:txBody>
      </p:sp>
      <p:sp>
        <p:nvSpPr>
          <p:cNvPr id="44" name="Google Shape;44;p18"/>
          <p:cNvSpPr txBox="1"/>
          <p:nvPr>
            <p:ph idx="2" type="body"/>
          </p:nvPr>
        </p:nvSpPr>
        <p:spPr>
          <a:xfrm>
            <a:off x="4648200" y="1600200"/>
            <a:ext cx="4041775" cy="609600"/>
          </a:xfrm>
          <a:prstGeom prst="rect">
            <a:avLst/>
          </a:prstGeom>
          <a:noFill/>
          <a:ln>
            <a:noFill/>
          </a:ln>
        </p:spPr>
        <p:txBody>
          <a:bodyPr anchorCtr="0" anchor="b" bIns="45700" lIns="91425" spcFirstLastPara="1" rIns="91425" wrap="square" tIns="45700">
            <a:noAutofit/>
          </a:bodyPr>
          <a:lstStyle>
            <a:lvl1pPr indent="-228600" lvl="0" marL="457200" algn="ctr">
              <a:spcBef>
                <a:spcPts val="480"/>
              </a:spcBef>
              <a:spcAft>
                <a:spcPts val="0"/>
              </a:spcAft>
              <a:buClr>
                <a:srgbClr val="7F7F7F"/>
              </a:buClr>
              <a:buSzPts val="2400"/>
              <a:buNone/>
              <a:defRPr b="0" sz="2400"/>
            </a:lvl1pPr>
            <a:lvl2pPr indent="-228600" lvl="1" marL="914400" algn="l">
              <a:spcBef>
                <a:spcPts val="400"/>
              </a:spcBef>
              <a:spcAft>
                <a:spcPts val="0"/>
              </a:spcAft>
              <a:buClr>
                <a:srgbClr val="7F7F7F"/>
              </a:buClr>
              <a:buSzPts val="2000"/>
              <a:buNone/>
              <a:defRPr b="1" sz="2000"/>
            </a:lvl2pPr>
            <a:lvl3pPr indent="-228600" lvl="2" marL="1371600" algn="l">
              <a:spcBef>
                <a:spcPts val="360"/>
              </a:spcBef>
              <a:spcAft>
                <a:spcPts val="0"/>
              </a:spcAft>
              <a:buClr>
                <a:srgbClr val="7F7F7F"/>
              </a:buClr>
              <a:buSzPts val="1800"/>
              <a:buNone/>
              <a:defRPr b="1" sz="1800"/>
            </a:lvl3pPr>
            <a:lvl4pPr indent="-228600" lvl="3" marL="1828800" algn="l">
              <a:spcBef>
                <a:spcPts val="320"/>
              </a:spcBef>
              <a:spcAft>
                <a:spcPts val="0"/>
              </a:spcAft>
              <a:buClr>
                <a:srgbClr val="7F7F7F"/>
              </a:buClr>
              <a:buSzPts val="1600"/>
              <a:buNone/>
              <a:defRPr b="1" sz="1600"/>
            </a:lvl4pPr>
            <a:lvl5pPr indent="-228600" lvl="4" marL="2286000" algn="l">
              <a:spcBef>
                <a:spcPts val="320"/>
              </a:spcBef>
              <a:spcAft>
                <a:spcPts val="0"/>
              </a:spcAft>
              <a:buClr>
                <a:srgbClr val="7F7F7F"/>
              </a:buClr>
              <a:buSzPts val="1600"/>
              <a:buNone/>
              <a:defRPr b="1" sz="1600"/>
            </a:lvl5pPr>
            <a:lvl6pPr indent="-228600" lvl="5" marL="2743200" algn="l">
              <a:spcBef>
                <a:spcPts val="320"/>
              </a:spcBef>
              <a:spcAft>
                <a:spcPts val="0"/>
              </a:spcAft>
              <a:buClr>
                <a:srgbClr val="7F7F7F"/>
              </a:buClr>
              <a:buSzPts val="1600"/>
              <a:buNone/>
              <a:defRPr b="1" sz="1600"/>
            </a:lvl6pPr>
            <a:lvl7pPr indent="-228600" lvl="6" marL="3200400" algn="l">
              <a:spcBef>
                <a:spcPts val="320"/>
              </a:spcBef>
              <a:spcAft>
                <a:spcPts val="0"/>
              </a:spcAft>
              <a:buClr>
                <a:srgbClr val="7F7F7F"/>
              </a:buClr>
              <a:buSzPts val="1600"/>
              <a:buNone/>
              <a:defRPr b="1" sz="1600"/>
            </a:lvl7pPr>
            <a:lvl8pPr indent="-228600" lvl="7" marL="3657600" algn="l">
              <a:spcBef>
                <a:spcPts val="320"/>
              </a:spcBef>
              <a:spcAft>
                <a:spcPts val="0"/>
              </a:spcAft>
              <a:buClr>
                <a:srgbClr val="7F7F7F"/>
              </a:buClr>
              <a:buSzPts val="1600"/>
              <a:buNone/>
              <a:defRPr b="1" sz="1600"/>
            </a:lvl8pPr>
            <a:lvl9pPr indent="-228600" lvl="8" marL="4114800" algn="l">
              <a:spcBef>
                <a:spcPts val="320"/>
              </a:spcBef>
              <a:spcAft>
                <a:spcPts val="0"/>
              </a:spcAft>
              <a:buClr>
                <a:srgbClr val="7F7F7F"/>
              </a:buClr>
              <a:buSzPts val="1600"/>
              <a:buNone/>
              <a:defRPr b="1" sz="1600"/>
            </a:lvl9pPr>
          </a:lstStyle>
          <a:p/>
        </p:txBody>
      </p:sp>
      <p:sp>
        <p:nvSpPr>
          <p:cNvPr id="45" name="Google Shape;45;p18"/>
          <p:cNvSpPr txBox="1"/>
          <p:nvPr>
            <p:ph idx="10" type="dt"/>
          </p:nvPr>
        </p:nvSpPr>
        <p:spPr>
          <a:xfrm>
            <a:off x="6363347" y="6356350"/>
            <a:ext cx="2085975" cy="365125"/>
          </a:xfrm>
          <a:prstGeom prst="rect">
            <a:avLst/>
          </a:prstGeom>
          <a:noFill/>
          <a:ln>
            <a:noFill/>
          </a:ln>
        </p:spPr>
        <p:txBody>
          <a:bodyPr anchorCtr="0" anchor="ctr" bIns="45700" lIns="91425" spcFirstLastPara="1" rIns="4570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8"/>
          <p:cNvSpPr txBox="1"/>
          <p:nvPr>
            <p:ph idx="11" type="ftr"/>
          </p:nvPr>
        </p:nvSpPr>
        <p:spPr>
          <a:xfrm>
            <a:off x="659165" y="6356350"/>
            <a:ext cx="2847975" cy="365125"/>
          </a:xfrm>
          <a:prstGeom prst="rect">
            <a:avLst/>
          </a:prstGeom>
          <a:noFill/>
          <a:ln>
            <a:noFill/>
          </a:ln>
        </p:spPr>
        <p:txBody>
          <a:bodyPr anchorCtr="0" anchor="ctr" bIns="45700" lIns="4570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8"/>
          <p:cNvSpPr txBox="1"/>
          <p:nvPr>
            <p:ph idx="12" type="sldNum"/>
          </p:nvPr>
        </p:nvSpPr>
        <p:spPr>
          <a:xfrm>
            <a:off x="8543278" y="6356350"/>
            <a:ext cx="561975" cy="365125"/>
          </a:xfrm>
          <a:prstGeom prst="rect">
            <a:avLst/>
          </a:prstGeom>
          <a:noFill/>
          <a:ln>
            <a:noFill/>
          </a:ln>
        </p:spPr>
        <p:txBody>
          <a:bodyPr anchorCtr="0" anchor="ctr" bIns="45700" lIns="27425" spcFirstLastPara="1" rIns="45700"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48" name="Google Shape;48;p18"/>
          <p:cNvSpPr txBox="1"/>
          <p:nvPr>
            <p:ph idx="3" type="body"/>
          </p:nvPr>
        </p:nvSpPr>
        <p:spPr>
          <a:xfrm>
            <a:off x="457200" y="2212848"/>
            <a:ext cx="4041648" cy="391363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rgbClr val="7F7F7F"/>
              </a:buClr>
              <a:buSzPts val="1800"/>
              <a:buChar char="•"/>
              <a:defRPr/>
            </a:lvl1pPr>
            <a:lvl2pPr indent="-342900" lvl="1" marL="914400" algn="l">
              <a:spcBef>
                <a:spcPts val="360"/>
              </a:spcBef>
              <a:spcAft>
                <a:spcPts val="0"/>
              </a:spcAft>
              <a:buClr>
                <a:srgbClr val="7F7F7F"/>
              </a:buClr>
              <a:buSzPts val="1800"/>
              <a:buChar char="o"/>
              <a:defRPr/>
            </a:lvl2pPr>
            <a:lvl3pPr indent="-342900" lvl="2" marL="1371600" algn="l">
              <a:spcBef>
                <a:spcPts val="360"/>
              </a:spcBef>
              <a:spcAft>
                <a:spcPts val="0"/>
              </a:spcAft>
              <a:buClr>
                <a:srgbClr val="7F7F7F"/>
              </a:buClr>
              <a:buSzPts val="1800"/>
              <a:buChar char="•"/>
              <a:defRPr/>
            </a:lvl3pPr>
            <a:lvl4pPr indent="-342900" lvl="3" marL="1828800" algn="l">
              <a:spcBef>
                <a:spcPts val="360"/>
              </a:spcBef>
              <a:spcAft>
                <a:spcPts val="0"/>
              </a:spcAft>
              <a:buClr>
                <a:srgbClr val="7F7F7F"/>
              </a:buClr>
              <a:buSzPts val="1800"/>
              <a:buChar char="o"/>
              <a:defRPr/>
            </a:lvl4pPr>
            <a:lvl5pPr indent="-342900" lvl="4" marL="2286000" algn="l">
              <a:spcBef>
                <a:spcPts val="360"/>
              </a:spcBef>
              <a:spcAft>
                <a:spcPts val="0"/>
              </a:spcAft>
              <a:buClr>
                <a:srgbClr val="7F7F7F"/>
              </a:buClr>
              <a:buSzPts val="1800"/>
              <a:buChar char="•"/>
              <a:defRPr/>
            </a:lvl5pPr>
            <a:lvl6pPr indent="-342900" lvl="5" marL="2743200" algn="l">
              <a:spcBef>
                <a:spcPts val="360"/>
              </a:spcBef>
              <a:spcAft>
                <a:spcPts val="0"/>
              </a:spcAft>
              <a:buClr>
                <a:srgbClr val="7F7F7F"/>
              </a:buClr>
              <a:buSzPts val="1800"/>
              <a:buChar char="o"/>
              <a:defRPr/>
            </a:lvl6pPr>
            <a:lvl7pPr indent="-342900" lvl="6" marL="3200400" algn="l">
              <a:spcBef>
                <a:spcPts val="360"/>
              </a:spcBef>
              <a:spcAft>
                <a:spcPts val="0"/>
              </a:spcAft>
              <a:buClr>
                <a:srgbClr val="7F7F7F"/>
              </a:buClr>
              <a:buSzPts val="1800"/>
              <a:buChar char="•"/>
              <a:defRPr/>
            </a:lvl7pPr>
            <a:lvl8pPr indent="-342900" lvl="7" marL="3657600" algn="l">
              <a:spcBef>
                <a:spcPts val="360"/>
              </a:spcBef>
              <a:spcAft>
                <a:spcPts val="0"/>
              </a:spcAft>
              <a:buClr>
                <a:srgbClr val="7F7F7F"/>
              </a:buClr>
              <a:buSzPts val="1800"/>
              <a:buChar char="o"/>
              <a:defRPr/>
            </a:lvl8pPr>
            <a:lvl9pPr indent="-342900" lvl="8" marL="4114800" algn="l">
              <a:spcBef>
                <a:spcPts val="360"/>
              </a:spcBef>
              <a:spcAft>
                <a:spcPts val="0"/>
              </a:spcAft>
              <a:buClr>
                <a:srgbClr val="7F7F7F"/>
              </a:buClr>
              <a:buSzPts val="1800"/>
              <a:buChar char="•"/>
              <a:defRPr/>
            </a:lvl9pPr>
          </a:lstStyle>
          <a:p/>
        </p:txBody>
      </p:sp>
      <p:sp>
        <p:nvSpPr>
          <p:cNvPr id="49" name="Google Shape;49;p18"/>
          <p:cNvSpPr txBox="1"/>
          <p:nvPr>
            <p:ph idx="4" type="body"/>
          </p:nvPr>
        </p:nvSpPr>
        <p:spPr>
          <a:xfrm>
            <a:off x="4672584" y="2212848"/>
            <a:ext cx="4041648" cy="3913187"/>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rgbClr val="7F7F7F"/>
              </a:buClr>
              <a:buSzPts val="1800"/>
              <a:buChar char="•"/>
              <a:defRPr/>
            </a:lvl1pPr>
            <a:lvl2pPr indent="-342900" lvl="1" marL="914400" algn="l">
              <a:spcBef>
                <a:spcPts val="360"/>
              </a:spcBef>
              <a:spcAft>
                <a:spcPts val="0"/>
              </a:spcAft>
              <a:buClr>
                <a:srgbClr val="7F7F7F"/>
              </a:buClr>
              <a:buSzPts val="1800"/>
              <a:buChar char="o"/>
              <a:defRPr/>
            </a:lvl2pPr>
            <a:lvl3pPr indent="-342900" lvl="2" marL="1371600" algn="l">
              <a:spcBef>
                <a:spcPts val="360"/>
              </a:spcBef>
              <a:spcAft>
                <a:spcPts val="0"/>
              </a:spcAft>
              <a:buClr>
                <a:srgbClr val="7F7F7F"/>
              </a:buClr>
              <a:buSzPts val="1800"/>
              <a:buChar char="•"/>
              <a:defRPr/>
            </a:lvl3pPr>
            <a:lvl4pPr indent="-342900" lvl="3" marL="1828800" algn="l">
              <a:spcBef>
                <a:spcPts val="360"/>
              </a:spcBef>
              <a:spcAft>
                <a:spcPts val="0"/>
              </a:spcAft>
              <a:buClr>
                <a:srgbClr val="7F7F7F"/>
              </a:buClr>
              <a:buSzPts val="1800"/>
              <a:buChar char="o"/>
              <a:defRPr/>
            </a:lvl4pPr>
            <a:lvl5pPr indent="-342900" lvl="4" marL="2286000" algn="l">
              <a:spcBef>
                <a:spcPts val="360"/>
              </a:spcBef>
              <a:spcAft>
                <a:spcPts val="0"/>
              </a:spcAft>
              <a:buClr>
                <a:srgbClr val="7F7F7F"/>
              </a:buClr>
              <a:buSzPts val="1800"/>
              <a:buChar char="•"/>
              <a:defRPr/>
            </a:lvl5pPr>
            <a:lvl6pPr indent="-342900" lvl="5" marL="2743200" algn="l">
              <a:spcBef>
                <a:spcPts val="360"/>
              </a:spcBef>
              <a:spcAft>
                <a:spcPts val="0"/>
              </a:spcAft>
              <a:buClr>
                <a:srgbClr val="7F7F7F"/>
              </a:buClr>
              <a:buSzPts val="1800"/>
              <a:buChar char="o"/>
              <a:defRPr/>
            </a:lvl6pPr>
            <a:lvl7pPr indent="-342900" lvl="6" marL="3200400" algn="l">
              <a:spcBef>
                <a:spcPts val="360"/>
              </a:spcBef>
              <a:spcAft>
                <a:spcPts val="0"/>
              </a:spcAft>
              <a:buClr>
                <a:srgbClr val="7F7F7F"/>
              </a:buClr>
              <a:buSzPts val="1800"/>
              <a:buChar char="•"/>
              <a:defRPr/>
            </a:lvl7pPr>
            <a:lvl8pPr indent="-342900" lvl="7" marL="3657600" algn="l">
              <a:spcBef>
                <a:spcPts val="360"/>
              </a:spcBef>
              <a:spcAft>
                <a:spcPts val="0"/>
              </a:spcAft>
              <a:buClr>
                <a:srgbClr val="7F7F7F"/>
              </a:buClr>
              <a:buSzPts val="1800"/>
              <a:buChar char="o"/>
              <a:defRPr/>
            </a:lvl8pPr>
            <a:lvl9pPr indent="-342900" lvl="8" marL="4114800" algn="l">
              <a:spcBef>
                <a:spcPts val="360"/>
              </a:spcBef>
              <a:spcAft>
                <a:spcPts val="0"/>
              </a:spcAft>
              <a:buClr>
                <a:srgbClr val="7F7F7F"/>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19"/>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Autofit/>
          </a:bodyPr>
          <a:lstStyle>
            <a:lvl1pPr lvl="0" algn="ctr">
              <a:lnSpc>
                <a:spcPct val="322222"/>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19"/>
          <p:cNvSpPr txBox="1"/>
          <p:nvPr>
            <p:ph idx="10" type="dt"/>
          </p:nvPr>
        </p:nvSpPr>
        <p:spPr>
          <a:xfrm>
            <a:off x="6363347" y="6356350"/>
            <a:ext cx="2085975" cy="365125"/>
          </a:xfrm>
          <a:prstGeom prst="rect">
            <a:avLst/>
          </a:prstGeom>
          <a:noFill/>
          <a:ln>
            <a:noFill/>
          </a:ln>
        </p:spPr>
        <p:txBody>
          <a:bodyPr anchorCtr="0" anchor="ctr" bIns="45700" lIns="91425" spcFirstLastPara="1" rIns="4570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9"/>
          <p:cNvSpPr txBox="1"/>
          <p:nvPr>
            <p:ph idx="11" type="ftr"/>
          </p:nvPr>
        </p:nvSpPr>
        <p:spPr>
          <a:xfrm>
            <a:off x="659165" y="6356350"/>
            <a:ext cx="2847975" cy="365125"/>
          </a:xfrm>
          <a:prstGeom prst="rect">
            <a:avLst/>
          </a:prstGeom>
          <a:noFill/>
          <a:ln>
            <a:noFill/>
          </a:ln>
        </p:spPr>
        <p:txBody>
          <a:bodyPr anchorCtr="0" anchor="ctr" bIns="45700" lIns="4570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9"/>
          <p:cNvSpPr txBox="1"/>
          <p:nvPr>
            <p:ph idx="12" type="sldNum"/>
          </p:nvPr>
        </p:nvSpPr>
        <p:spPr>
          <a:xfrm>
            <a:off x="8543278" y="6356350"/>
            <a:ext cx="561975" cy="365125"/>
          </a:xfrm>
          <a:prstGeom prst="rect">
            <a:avLst/>
          </a:prstGeom>
          <a:noFill/>
          <a:ln>
            <a:noFill/>
          </a:ln>
        </p:spPr>
        <p:txBody>
          <a:bodyPr anchorCtr="0" anchor="ctr" bIns="45700" lIns="27425" spcFirstLastPara="1" rIns="45700"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20"/>
          <p:cNvSpPr txBox="1"/>
          <p:nvPr>
            <p:ph idx="10" type="dt"/>
          </p:nvPr>
        </p:nvSpPr>
        <p:spPr>
          <a:xfrm>
            <a:off x="6363347" y="6356350"/>
            <a:ext cx="2085975" cy="365125"/>
          </a:xfrm>
          <a:prstGeom prst="rect">
            <a:avLst/>
          </a:prstGeom>
          <a:noFill/>
          <a:ln>
            <a:noFill/>
          </a:ln>
        </p:spPr>
        <p:txBody>
          <a:bodyPr anchorCtr="0" anchor="ctr" bIns="45700" lIns="91425" spcFirstLastPara="1" rIns="4570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0"/>
          <p:cNvSpPr txBox="1"/>
          <p:nvPr>
            <p:ph idx="11" type="ftr"/>
          </p:nvPr>
        </p:nvSpPr>
        <p:spPr>
          <a:xfrm>
            <a:off x="659165" y="6356350"/>
            <a:ext cx="2847975" cy="365125"/>
          </a:xfrm>
          <a:prstGeom prst="rect">
            <a:avLst/>
          </a:prstGeom>
          <a:noFill/>
          <a:ln>
            <a:noFill/>
          </a:ln>
        </p:spPr>
        <p:txBody>
          <a:bodyPr anchorCtr="0" anchor="ctr" bIns="45700" lIns="4570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0"/>
          <p:cNvSpPr txBox="1"/>
          <p:nvPr>
            <p:ph idx="12" type="sldNum"/>
          </p:nvPr>
        </p:nvSpPr>
        <p:spPr>
          <a:xfrm>
            <a:off x="8543278" y="6356350"/>
            <a:ext cx="561975" cy="365125"/>
          </a:xfrm>
          <a:prstGeom prst="rect">
            <a:avLst/>
          </a:prstGeom>
          <a:noFill/>
          <a:ln>
            <a:noFill/>
          </a:ln>
        </p:spPr>
        <p:txBody>
          <a:bodyPr anchorCtr="0" anchor="ctr" bIns="45700" lIns="27425" spcFirstLastPara="1" rIns="45700"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21"/>
          <p:cNvSpPr txBox="1"/>
          <p:nvPr>
            <p:ph type="title"/>
          </p:nvPr>
        </p:nvSpPr>
        <p:spPr>
          <a:xfrm>
            <a:off x="5907087" y="266700"/>
            <a:ext cx="3008313" cy="20955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2800"/>
              <a:buFont typeface="Palatino Linotype"/>
              <a:buNone/>
              <a:defRPr b="0"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21"/>
          <p:cNvSpPr txBox="1"/>
          <p:nvPr>
            <p:ph idx="1" type="body"/>
          </p:nvPr>
        </p:nvSpPr>
        <p:spPr>
          <a:xfrm>
            <a:off x="719137" y="273050"/>
            <a:ext cx="4995863"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7F7F7F"/>
              </a:buClr>
              <a:buSzPts val="3200"/>
              <a:buChar char="•"/>
              <a:defRPr sz="3200"/>
            </a:lvl1pPr>
            <a:lvl2pPr indent="-406400" lvl="1" marL="914400" algn="l">
              <a:spcBef>
                <a:spcPts val="560"/>
              </a:spcBef>
              <a:spcAft>
                <a:spcPts val="0"/>
              </a:spcAft>
              <a:buClr>
                <a:srgbClr val="7F7F7F"/>
              </a:buClr>
              <a:buSzPts val="2800"/>
              <a:buChar char="o"/>
              <a:defRPr sz="2800"/>
            </a:lvl2pPr>
            <a:lvl3pPr indent="-381000" lvl="2" marL="1371600" algn="l">
              <a:spcBef>
                <a:spcPts val="480"/>
              </a:spcBef>
              <a:spcAft>
                <a:spcPts val="0"/>
              </a:spcAft>
              <a:buClr>
                <a:srgbClr val="7F7F7F"/>
              </a:buClr>
              <a:buSzPts val="2400"/>
              <a:buChar char="•"/>
              <a:defRPr sz="2400"/>
            </a:lvl3pPr>
            <a:lvl4pPr indent="-355600" lvl="3" marL="1828800" algn="l">
              <a:spcBef>
                <a:spcPts val="400"/>
              </a:spcBef>
              <a:spcAft>
                <a:spcPts val="0"/>
              </a:spcAft>
              <a:buClr>
                <a:srgbClr val="7F7F7F"/>
              </a:buClr>
              <a:buSzPts val="2000"/>
              <a:buChar char="o"/>
              <a:defRPr sz="2000"/>
            </a:lvl4pPr>
            <a:lvl5pPr indent="-355600" lvl="4" marL="2286000" algn="l">
              <a:spcBef>
                <a:spcPts val="400"/>
              </a:spcBef>
              <a:spcAft>
                <a:spcPts val="0"/>
              </a:spcAft>
              <a:buClr>
                <a:srgbClr val="7F7F7F"/>
              </a:buClr>
              <a:buSzPts val="2000"/>
              <a:buChar char="•"/>
              <a:defRPr sz="2000"/>
            </a:lvl5pPr>
            <a:lvl6pPr indent="-355600" lvl="5" marL="2743200" algn="l">
              <a:spcBef>
                <a:spcPts val="400"/>
              </a:spcBef>
              <a:spcAft>
                <a:spcPts val="0"/>
              </a:spcAft>
              <a:buClr>
                <a:srgbClr val="7F7F7F"/>
              </a:buClr>
              <a:buSzPts val="2000"/>
              <a:buChar char="o"/>
              <a:defRPr sz="2000"/>
            </a:lvl6pPr>
            <a:lvl7pPr indent="-355600" lvl="6" marL="3200400" algn="l">
              <a:spcBef>
                <a:spcPts val="400"/>
              </a:spcBef>
              <a:spcAft>
                <a:spcPts val="0"/>
              </a:spcAft>
              <a:buClr>
                <a:srgbClr val="7F7F7F"/>
              </a:buClr>
              <a:buSzPts val="2000"/>
              <a:buChar char="•"/>
              <a:defRPr sz="2000"/>
            </a:lvl7pPr>
            <a:lvl8pPr indent="-355600" lvl="7" marL="3657600" algn="l">
              <a:spcBef>
                <a:spcPts val="400"/>
              </a:spcBef>
              <a:spcAft>
                <a:spcPts val="0"/>
              </a:spcAft>
              <a:buClr>
                <a:srgbClr val="7F7F7F"/>
              </a:buClr>
              <a:buSzPts val="2000"/>
              <a:buChar char="o"/>
              <a:defRPr sz="2000"/>
            </a:lvl8pPr>
            <a:lvl9pPr indent="-355600" lvl="8" marL="4114800" algn="l">
              <a:spcBef>
                <a:spcPts val="400"/>
              </a:spcBef>
              <a:spcAft>
                <a:spcPts val="0"/>
              </a:spcAft>
              <a:buClr>
                <a:srgbClr val="7F7F7F"/>
              </a:buClr>
              <a:buSzPts val="2000"/>
              <a:buChar char="•"/>
              <a:defRPr sz="2000"/>
            </a:lvl9pPr>
          </a:lstStyle>
          <a:p/>
        </p:txBody>
      </p:sp>
      <p:sp>
        <p:nvSpPr>
          <p:cNvPr id="62" name="Google Shape;62;p21"/>
          <p:cNvSpPr txBox="1"/>
          <p:nvPr>
            <p:ph idx="2" type="body"/>
          </p:nvPr>
        </p:nvSpPr>
        <p:spPr>
          <a:xfrm>
            <a:off x="5907087" y="2438400"/>
            <a:ext cx="3008313" cy="3687763"/>
          </a:xfrm>
          <a:prstGeom prst="rect">
            <a:avLst/>
          </a:prstGeom>
          <a:noFill/>
          <a:ln>
            <a:noFill/>
          </a:ln>
        </p:spPr>
        <p:txBody>
          <a:bodyPr anchorCtr="0" anchor="t" bIns="45700" lIns="91425" spcFirstLastPara="1" rIns="91425" wrap="square" tIns="45700">
            <a:normAutofit/>
          </a:bodyPr>
          <a:lstStyle>
            <a:lvl1pPr indent="-228600" lvl="0" marL="457200" algn="ctr">
              <a:lnSpc>
                <a:spcPct val="125000"/>
              </a:lnSpc>
              <a:spcBef>
                <a:spcPts val="320"/>
              </a:spcBef>
              <a:spcAft>
                <a:spcPts val="0"/>
              </a:spcAft>
              <a:buClr>
                <a:srgbClr val="7F7F7F"/>
              </a:buClr>
              <a:buSzPts val="1600"/>
              <a:buNone/>
              <a:defRPr sz="1600"/>
            </a:lvl1pPr>
            <a:lvl2pPr indent="-228600" lvl="1" marL="914400" algn="l">
              <a:spcBef>
                <a:spcPts val="240"/>
              </a:spcBef>
              <a:spcAft>
                <a:spcPts val="0"/>
              </a:spcAft>
              <a:buClr>
                <a:srgbClr val="7F7F7F"/>
              </a:buClr>
              <a:buSzPts val="1200"/>
              <a:buNone/>
              <a:defRPr sz="1200"/>
            </a:lvl2pPr>
            <a:lvl3pPr indent="-228600" lvl="2" marL="1371600" algn="l">
              <a:spcBef>
                <a:spcPts val="200"/>
              </a:spcBef>
              <a:spcAft>
                <a:spcPts val="0"/>
              </a:spcAft>
              <a:buClr>
                <a:srgbClr val="7F7F7F"/>
              </a:buClr>
              <a:buSzPts val="1000"/>
              <a:buNone/>
              <a:defRPr sz="1000"/>
            </a:lvl3pPr>
            <a:lvl4pPr indent="-228600" lvl="3" marL="1828800" algn="l">
              <a:spcBef>
                <a:spcPts val="180"/>
              </a:spcBef>
              <a:spcAft>
                <a:spcPts val="0"/>
              </a:spcAft>
              <a:buClr>
                <a:srgbClr val="7F7F7F"/>
              </a:buClr>
              <a:buSzPts val="900"/>
              <a:buNone/>
              <a:defRPr sz="900"/>
            </a:lvl4pPr>
            <a:lvl5pPr indent="-228600" lvl="4" marL="2286000" algn="l">
              <a:spcBef>
                <a:spcPts val="180"/>
              </a:spcBef>
              <a:spcAft>
                <a:spcPts val="0"/>
              </a:spcAft>
              <a:buClr>
                <a:srgbClr val="7F7F7F"/>
              </a:buClr>
              <a:buSzPts val="900"/>
              <a:buNone/>
              <a:defRPr sz="900"/>
            </a:lvl5pPr>
            <a:lvl6pPr indent="-228600" lvl="5" marL="2743200" algn="l">
              <a:spcBef>
                <a:spcPts val="180"/>
              </a:spcBef>
              <a:spcAft>
                <a:spcPts val="0"/>
              </a:spcAft>
              <a:buClr>
                <a:srgbClr val="7F7F7F"/>
              </a:buClr>
              <a:buSzPts val="900"/>
              <a:buNone/>
              <a:defRPr sz="900"/>
            </a:lvl6pPr>
            <a:lvl7pPr indent="-228600" lvl="6" marL="3200400" algn="l">
              <a:spcBef>
                <a:spcPts val="180"/>
              </a:spcBef>
              <a:spcAft>
                <a:spcPts val="0"/>
              </a:spcAft>
              <a:buClr>
                <a:srgbClr val="7F7F7F"/>
              </a:buClr>
              <a:buSzPts val="900"/>
              <a:buNone/>
              <a:defRPr sz="900"/>
            </a:lvl7pPr>
            <a:lvl8pPr indent="-228600" lvl="7" marL="3657600" algn="l">
              <a:spcBef>
                <a:spcPts val="180"/>
              </a:spcBef>
              <a:spcAft>
                <a:spcPts val="0"/>
              </a:spcAft>
              <a:buClr>
                <a:srgbClr val="7F7F7F"/>
              </a:buClr>
              <a:buSzPts val="900"/>
              <a:buNone/>
              <a:defRPr sz="900"/>
            </a:lvl8pPr>
            <a:lvl9pPr indent="-228600" lvl="8" marL="4114800" algn="l">
              <a:spcBef>
                <a:spcPts val="180"/>
              </a:spcBef>
              <a:spcAft>
                <a:spcPts val="0"/>
              </a:spcAft>
              <a:buClr>
                <a:srgbClr val="7F7F7F"/>
              </a:buClr>
              <a:buSzPts val="900"/>
              <a:buNone/>
              <a:defRPr sz="900"/>
            </a:lvl9pPr>
          </a:lstStyle>
          <a:p/>
        </p:txBody>
      </p:sp>
      <p:sp>
        <p:nvSpPr>
          <p:cNvPr id="63" name="Google Shape;63;p21"/>
          <p:cNvSpPr txBox="1"/>
          <p:nvPr>
            <p:ph idx="10" type="dt"/>
          </p:nvPr>
        </p:nvSpPr>
        <p:spPr>
          <a:xfrm>
            <a:off x="6363347" y="6356350"/>
            <a:ext cx="2085975" cy="365125"/>
          </a:xfrm>
          <a:prstGeom prst="rect">
            <a:avLst/>
          </a:prstGeom>
          <a:noFill/>
          <a:ln>
            <a:noFill/>
          </a:ln>
        </p:spPr>
        <p:txBody>
          <a:bodyPr anchorCtr="0" anchor="ctr" bIns="45700" lIns="91425" spcFirstLastPara="1" rIns="4570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1"/>
          <p:cNvSpPr txBox="1"/>
          <p:nvPr>
            <p:ph idx="11" type="ftr"/>
          </p:nvPr>
        </p:nvSpPr>
        <p:spPr>
          <a:xfrm>
            <a:off x="659165" y="6356350"/>
            <a:ext cx="2847975" cy="365125"/>
          </a:xfrm>
          <a:prstGeom prst="rect">
            <a:avLst/>
          </a:prstGeom>
          <a:noFill/>
          <a:ln>
            <a:noFill/>
          </a:ln>
        </p:spPr>
        <p:txBody>
          <a:bodyPr anchorCtr="0" anchor="ctr" bIns="45700" lIns="4570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1"/>
          <p:cNvSpPr txBox="1"/>
          <p:nvPr>
            <p:ph idx="12" type="sldNum"/>
          </p:nvPr>
        </p:nvSpPr>
        <p:spPr>
          <a:xfrm>
            <a:off x="8543278" y="6356350"/>
            <a:ext cx="561975" cy="365125"/>
          </a:xfrm>
          <a:prstGeom prst="rect">
            <a:avLst/>
          </a:prstGeom>
          <a:noFill/>
          <a:ln>
            <a:noFill/>
          </a:ln>
        </p:spPr>
        <p:txBody>
          <a:bodyPr anchorCtr="0" anchor="ctr" bIns="45700" lIns="27425" spcFirstLastPara="1" rIns="45700"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22"/>
          <p:cNvSpPr txBox="1"/>
          <p:nvPr>
            <p:ph type="title"/>
          </p:nvPr>
        </p:nvSpPr>
        <p:spPr>
          <a:xfrm>
            <a:off x="1679576" y="228600"/>
            <a:ext cx="5711824" cy="89535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2800"/>
              <a:buFont typeface="Palatino Linotype"/>
              <a:buNone/>
              <a:defRPr b="0"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2"/>
          <p:cNvSpPr/>
          <p:nvPr>
            <p:ph idx="2" type="pic"/>
          </p:nvPr>
        </p:nvSpPr>
        <p:spPr>
          <a:xfrm>
            <a:off x="1508126" y="1143000"/>
            <a:ext cx="6054724" cy="4541044"/>
          </a:xfrm>
          <a:prstGeom prst="rect">
            <a:avLst/>
          </a:prstGeom>
          <a:noFill/>
          <a:ln cap="flat" cmpd="sng" w="76200">
            <a:solidFill>
              <a:schemeClr val="lt1"/>
            </a:solidFill>
            <a:prstDash val="solid"/>
            <a:round/>
            <a:headEnd len="sm" w="sm" type="none"/>
            <a:tailEnd len="sm" w="sm" type="none"/>
          </a:ln>
          <a:effectLst>
            <a:outerShdw blurRad="88900" rotWithShape="0" algn="ctr" dir="5400000" dist="50800">
              <a:srgbClr val="000000">
                <a:alpha val="24705"/>
              </a:srgbClr>
            </a:outerShdw>
          </a:effectLst>
        </p:spPr>
      </p:sp>
      <p:sp>
        <p:nvSpPr>
          <p:cNvPr id="69" name="Google Shape;69;p22"/>
          <p:cNvSpPr txBox="1"/>
          <p:nvPr>
            <p:ph idx="1" type="body"/>
          </p:nvPr>
        </p:nvSpPr>
        <p:spPr>
          <a:xfrm>
            <a:off x="1679576" y="5810250"/>
            <a:ext cx="5711824" cy="533400"/>
          </a:xfrm>
          <a:prstGeom prst="rect">
            <a:avLst/>
          </a:prstGeom>
          <a:noFill/>
          <a:ln>
            <a:noFill/>
          </a:ln>
        </p:spPr>
        <p:txBody>
          <a:bodyPr anchorCtr="0" anchor="t" bIns="45700" lIns="91425" spcFirstLastPara="1" rIns="91425" wrap="square" tIns="45700">
            <a:normAutofit/>
          </a:bodyPr>
          <a:lstStyle>
            <a:lvl1pPr indent="-228600" lvl="0" marL="457200" algn="ctr">
              <a:spcBef>
                <a:spcPts val="320"/>
              </a:spcBef>
              <a:spcAft>
                <a:spcPts val="0"/>
              </a:spcAft>
              <a:buClr>
                <a:srgbClr val="7F7F7F"/>
              </a:buClr>
              <a:buSzPts val="1600"/>
              <a:buNone/>
              <a:defRPr sz="1600"/>
            </a:lvl1pPr>
            <a:lvl2pPr indent="-228600" lvl="1" marL="914400" algn="l">
              <a:spcBef>
                <a:spcPts val="240"/>
              </a:spcBef>
              <a:spcAft>
                <a:spcPts val="0"/>
              </a:spcAft>
              <a:buClr>
                <a:srgbClr val="7F7F7F"/>
              </a:buClr>
              <a:buSzPts val="1200"/>
              <a:buNone/>
              <a:defRPr sz="1200"/>
            </a:lvl2pPr>
            <a:lvl3pPr indent="-228600" lvl="2" marL="1371600" algn="l">
              <a:spcBef>
                <a:spcPts val="200"/>
              </a:spcBef>
              <a:spcAft>
                <a:spcPts val="0"/>
              </a:spcAft>
              <a:buClr>
                <a:srgbClr val="7F7F7F"/>
              </a:buClr>
              <a:buSzPts val="1000"/>
              <a:buNone/>
              <a:defRPr sz="1000"/>
            </a:lvl3pPr>
            <a:lvl4pPr indent="-228600" lvl="3" marL="1828800" algn="l">
              <a:spcBef>
                <a:spcPts val="180"/>
              </a:spcBef>
              <a:spcAft>
                <a:spcPts val="0"/>
              </a:spcAft>
              <a:buClr>
                <a:srgbClr val="7F7F7F"/>
              </a:buClr>
              <a:buSzPts val="900"/>
              <a:buNone/>
              <a:defRPr sz="900"/>
            </a:lvl4pPr>
            <a:lvl5pPr indent="-228600" lvl="4" marL="2286000" algn="l">
              <a:spcBef>
                <a:spcPts val="180"/>
              </a:spcBef>
              <a:spcAft>
                <a:spcPts val="0"/>
              </a:spcAft>
              <a:buClr>
                <a:srgbClr val="7F7F7F"/>
              </a:buClr>
              <a:buSzPts val="900"/>
              <a:buNone/>
              <a:defRPr sz="900"/>
            </a:lvl5pPr>
            <a:lvl6pPr indent="-228600" lvl="5" marL="2743200" algn="l">
              <a:spcBef>
                <a:spcPts val="180"/>
              </a:spcBef>
              <a:spcAft>
                <a:spcPts val="0"/>
              </a:spcAft>
              <a:buClr>
                <a:srgbClr val="7F7F7F"/>
              </a:buClr>
              <a:buSzPts val="900"/>
              <a:buNone/>
              <a:defRPr sz="900"/>
            </a:lvl6pPr>
            <a:lvl7pPr indent="-228600" lvl="6" marL="3200400" algn="l">
              <a:spcBef>
                <a:spcPts val="180"/>
              </a:spcBef>
              <a:spcAft>
                <a:spcPts val="0"/>
              </a:spcAft>
              <a:buClr>
                <a:srgbClr val="7F7F7F"/>
              </a:buClr>
              <a:buSzPts val="900"/>
              <a:buNone/>
              <a:defRPr sz="900"/>
            </a:lvl7pPr>
            <a:lvl8pPr indent="-228600" lvl="7" marL="3657600" algn="l">
              <a:spcBef>
                <a:spcPts val="180"/>
              </a:spcBef>
              <a:spcAft>
                <a:spcPts val="0"/>
              </a:spcAft>
              <a:buClr>
                <a:srgbClr val="7F7F7F"/>
              </a:buClr>
              <a:buSzPts val="900"/>
              <a:buNone/>
              <a:defRPr sz="900"/>
            </a:lvl8pPr>
            <a:lvl9pPr indent="-228600" lvl="8" marL="4114800" algn="l">
              <a:spcBef>
                <a:spcPts val="180"/>
              </a:spcBef>
              <a:spcAft>
                <a:spcPts val="0"/>
              </a:spcAft>
              <a:buClr>
                <a:srgbClr val="7F7F7F"/>
              </a:buClr>
              <a:buSzPts val="900"/>
              <a:buNone/>
              <a:defRPr sz="900"/>
            </a:lvl9pPr>
          </a:lstStyle>
          <a:p/>
        </p:txBody>
      </p:sp>
      <p:sp>
        <p:nvSpPr>
          <p:cNvPr id="70" name="Google Shape;70;p22"/>
          <p:cNvSpPr txBox="1"/>
          <p:nvPr>
            <p:ph idx="10" type="dt"/>
          </p:nvPr>
        </p:nvSpPr>
        <p:spPr>
          <a:xfrm>
            <a:off x="6363347" y="6356350"/>
            <a:ext cx="2085975" cy="365125"/>
          </a:xfrm>
          <a:prstGeom prst="rect">
            <a:avLst/>
          </a:prstGeom>
          <a:noFill/>
          <a:ln>
            <a:noFill/>
          </a:ln>
        </p:spPr>
        <p:txBody>
          <a:bodyPr anchorCtr="0" anchor="ctr" bIns="45700" lIns="91425" spcFirstLastPara="1" rIns="4570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2"/>
          <p:cNvSpPr txBox="1"/>
          <p:nvPr>
            <p:ph idx="11" type="ftr"/>
          </p:nvPr>
        </p:nvSpPr>
        <p:spPr>
          <a:xfrm>
            <a:off x="659165" y="6356350"/>
            <a:ext cx="2847975" cy="365125"/>
          </a:xfrm>
          <a:prstGeom prst="rect">
            <a:avLst/>
          </a:prstGeom>
          <a:noFill/>
          <a:ln>
            <a:noFill/>
          </a:ln>
        </p:spPr>
        <p:txBody>
          <a:bodyPr anchorCtr="0" anchor="ctr" bIns="45700" lIns="4570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2"/>
          <p:cNvSpPr txBox="1"/>
          <p:nvPr>
            <p:ph idx="12" type="sldNum"/>
          </p:nvPr>
        </p:nvSpPr>
        <p:spPr>
          <a:xfrm>
            <a:off x="8543278" y="6356350"/>
            <a:ext cx="561975" cy="365125"/>
          </a:xfrm>
          <a:prstGeom prst="rect">
            <a:avLst/>
          </a:prstGeom>
          <a:noFill/>
          <a:ln>
            <a:noFill/>
          </a:ln>
        </p:spPr>
        <p:txBody>
          <a:bodyPr anchorCtr="0" anchor="ctr" bIns="45700" lIns="27425" spcFirstLastPara="1" rIns="45700"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23"/>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Autofit/>
          </a:bodyPr>
          <a:lstStyle>
            <a:lvl1pPr lvl="0" algn="ctr">
              <a:lnSpc>
                <a:spcPct val="322222"/>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rgbClr val="7F7F7F"/>
              </a:buClr>
              <a:buSzPts val="1800"/>
              <a:buChar char="•"/>
              <a:defRPr/>
            </a:lvl1pPr>
            <a:lvl2pPr indent="-342900" lvl="1" marL="914400" algn="l">
              <a:spcBef>
                <a:spcPts val="360"/>
              </a:spcBef>
              <a:spcAft>
                <a:spcPts val="0"/>
              </a:spcAft>
              <a:buClr>
                <a:srgbClr val="7F7F7F"/>
              </a:buClr>
              <a:buSzPts val="1800"/>
              <a:buChar char="o"/>
              <a:defRPr/>
            </a:lvl2pPr>
            <a:lvl3pPr indent="-342900" lvl="2" marL="1371600" algn="l">
              <a:spcBef>
                <a:spcPts val="360"/>
              </a:spcBef>
              <a:spcAft>
                <a:spcPts val="0"/>
              </a:spcAft>
              <a:buClr>
                <a:srgbClr val="7F7F7F"/>
              </a:buClr>
              <a:buSzPts val="1800"/>
              <a:buChar char="•"/>
              <a:defRPr/>
            </a:lvl3pPr>
            <a:lvl4pPr indent="-342900" lvl="3" marL="1828800" algn="l">
              <a:spcBef>
                <a:spcPts val="360"/>
              </a:spcBef>
              <a:spcAft>
                <a:spcPts val="0"/>
              </a:spcAft>
              <a:buClr>
                <a:srgbClr val="7F7F7F"/>
              </a:buClr>
              <a:buSzPts val="1800"/>
              <a:buChar char="o"/>
              <a:defRPr/>
            </a:lvl4pPr>
            <a:lvl5pPr indent="-342900" lvl="4" marL="2286000" algn="l">
              <a:spcBef>
                <a:spcPts val="360"/>
              </a:spcBef>
              <a:spcAft>
                <a:spcPts val="0"/>
              </a:spcAft>
              <a:buClr>
                <a:srgbClr val="7F7F7F"/>
              </a:buClr>
              <a:buSzPts val="1800"/>
              <a:buChar char="•"/>
              <a:defRPr/>
            </a:lvl5pPr>
            <a:lvl6pPr indent="-342900" lvl="5" marL="2743200" algn="l">
              <a:spcBef>
                <a:spcPts val="360"/>
              </a:spcBef>
              <a:spcAft>
                <a:spcPts val="0"/>
              </a:spcAft>
              <a:buClr>
                <a:srgbClr val="7F7F7F"/>
              </a:buClr>
              <a:buSzPts val="1800"/>
              <a:buChar char="o"/>
              <a:defRPr/>
            </a:lvl6pPr>
            <a:lvl7pPr indent="-342900" lvl="6" marL="3200400" algn="l">
              <a:spcBef>
                <a:spcPts val="360"/>
              </a:spcBef>
              <a:spcAft>
                <a:spcPts val="0"/>
              </a:spcAft>
              <a:buClr>
                <a:srgbClr val="7F7F7F"/>
              </a:buClr>
              <a:buSzPts val="1800"/>
              <a:buChar char="•"/>
              <a:defRPr/>
            </a:lvl7pPr>
            <a:lvl8pPr indent="-342900" lvl="7" marL="3657600" algn="l">
              <a:spcBef>
                <a:spcPts val="360"/>
              </a:spcBef>
              <a:spcAft>
                <a:spcPts val="0"/>
              </a:spcAft>
              <a:buClr>
                <a:srgbClr val="7F7F7F"/>
              </a:buClr>
              <a:buSzPts val="1800"/>
              <a:buChar char="o"/>
              <a:defRPr/>
            </a:lvl8pPr>
            <a:lvl9pPr indent="-342900" lvl="8" marL="4114800" algn="l">
              <a:spcBef>
                <a:spcPts val="360"/>
              </a:spcBef>
              <a:spcAft>
                <a:spcPts val="0"/>
              </a:spcAft>
              <a:buClr>
                <a:srgbClr val="7F7F7F"/>
              </a:buClr>
              <a:buSzPts val="1800"/>
              <a:buChar char="•"/>
              <a:defRPr/>
            </a:lvl9pPr>
          </a:lstStyle>
          <a:p/>
        </p:txBody>
      </p:sp>
      <p:sp>
        <p:nvSpPr>
          <p:cNvPr id="76" name="Google Shape;76;p23"/>
          <p:cNvSpPr txBox="1"/>
          <p:nvPr>
            <p:ph idx="10" type="dt"/>
          </p:nvPr>
        </p:nvSpPr>
        <p:spPr>
          <a:xfrm>
            <a:off x="6363347" y="6356350"/>
            <a:ext cx="2085975" cy="365125"/>
          </a:xfrm>
          <a:prstGeom prst="rect">
            <a:avLst/>
          </a:prstGeom>
          <a:noFill/>
          <a:ln>
            <a:noFill/>
          </a:ln>
        </p:spPr>
        <p:txBody>
          <a:bodyPr anchorCtr="0" anchor="ctr" bIns="45700" lIns="91425" spcFirstLastPara="1" rIns="4570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3"/>
          <p:cNvSpPr txBox="1"/>
          <p:nvPr>
            <p:ph idx="11" type="ftr"/>
          </p:nvPr>
        </p:nvSpPr>
        <p:spPr>
          <a:xfrm>
            <a:off x="659165" y="6356350"/>
            <a:ext cx="2847975" cy="365125"/>
          </a:xfrm>
          <a:prstGeom prst="rect">
            <a:avLst/>
          </a:prstGeom>
          <a:noFill/>
          <a:ln>
            <a:noFill/>
          </a:ln>
        </p:spPr>
        <p:txBody>
          <a:bodyPr anchorCtr="0" anchor="ctr" bIns="45700" lIns="4570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3"/>
          <p:cNvSpPr txBox="1"/>
          <p:nvPr>
            <p:ph idx="12" type="sldNum"/>
          </p:nvPr>
        </p:nvSpPr>
        <p:spPr>
          <a:xfrm>
            <a:off x="8543278" y="6356350"/>
            <a:ext cx="561975" cy="365125"/>
          </a:xfrm>
          <a:prstGeom prst="rect">
            <a:avLst/>
          </a:prstGeom>
          <a:noFill/>
          <a:ln>
            <a:noFill/>
          </a:ln>
        </p:spPr>
        <p:txBody>
          <a:bodyPr anchorCtr="0" anchor="ctr" bIns="45700" lIns="27425" spcFirstLastPara="1" rIns="45700"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24"/>
          <p:cNvSpPr txBox="1"/>
          <p:nvPr>
            <p:ph type="title"/>
          </p:nvPr>
        </p:nvSpPr>
        <p:spPr>
          <a:xfrm rot="5400000">
            <a:off x="4732338" y="2171701"/>
            <a:ext cx="5851525" cy="2057400"/>
          </a:xfrm>
          <a:prstGeom prst="rect">
            <a:avLst/>
          </a:prstGeom>
          <a:noFill/>
          <a:ln>
            <a:noFill/>
          </a:ln>
        </p:spPr>
        <p:txBody>
          <a:bodyPr anchorCtr="0" anchor="b" bIns="45700" lIns="91425" spcFirstLastPara="1" rIns="91425" wrap="square" tIns="45700">
            <a:noAutofit/>
          </a:bodyPr>
          <a:lstStyle>
            <a:lvl1pPr lvl="0" algn="ctr">
              <a:lnSpc>
                <a:spcPct val="322222"/>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rgbClr val="7F7F7F"/>
              </a:buClr>
              <a:buSzPts val="1800"/>
              <a:buChar char="•"/>
              <a:defRPr/>
            </a:lvl1pPr>
            <a:lvl2pPr indent="-342900" lvl="1" marL="914400" algn="l">
              <a:spcBef>
                <a:spcPts val="360"/>
              </a:spcBef>
              <a:spcAft>
                <a:spcPts val="0"/>
              </a:spcAft>
              <a:buClr>
                <a:srgbClr val="7F7F7F"/>
              </a:buClr>
              <a:buSzPts val="1800"/>
              <a:buChar char="o"/>
              <a:defRPr/>
            </a:lvl2pPr>
            <a:lvl3pPr indent="-342900" lvl="2" marL="1371600" algn="l">
              <a:spcBef>
                <a:spcPts val="360"/>
              </a:spcBef>
              <a:spcAft>
                <a:spcPts val="0"/>
              </a:spcAft>
              <a:buClr>
                <a:srgbClr val="7F7F7F"/>
              </a:buClr>
              <a:buSzPts val="1800"/>
              <a:buChar char="•"/>
              <a:defRPr/>
            </a:lvl3pPr>
            <a:lvl4pPr indent="-342900" lvl="3" marL="1828800" algn="l">
              <a:spcBef>
                <a:spcPts val="360"/>
              </a:spcBef>
              <a:spcAft>
                <a:spcPts val="0"/>
              </a:spcAft>
              <a:buClr>
                <a:srgbClr val="7F7F7F"/>
              </a:buClr>
              <a:buSzPts val="1800"/>
              <a:buChar char="o"/>
              <a:defRPr/>
            </a:lvl4pPr>
            <a:lvl5pPr indent="-342900" lvl="4" marL="2286000" algn="l">
              <a:spcBef>
                <a:spcPts val="360"/>
              </a:spcBef>
              <a:spcAft>
                <a:spcPts val="0"/>
              </a:spcAft>
              <a:buClr>
                <a:srgbClr val="7F7F7F"/>
              </a:buClr>
              <a:buSzPts val="1800"/>
              <a:buChar char="•"/>
              <a:defRPr/>
            </a:lvl5pPr>
            <a:lvl6pPr indent="-342900" lvl="5" marL="2743200" algn="l">
              <a:spcBef>
                <a:spcPts val="360"/>
              </a:spcBef>
              <a:spcAft>
                <a:spcPts val="0"/>
              </a:spcAft>
              <a:buClr>
                <a:srgbClr val="7F7F7F"/>
              </a:buClr>
              <a:buSzPts val="1800"/>
              <a:buChar char="o"/>
              <a:defRPr/>
            </a:lvl6pPr>
            <a:lvl7pPr indent="-342900" lvl="6" marL="3200400" algn="l">
              <a:spcBef>
                <a:spcPts val="360"/>
              </a:spcBef>
              <a:spcAft>
                <a:spcPts val="0"/>
              </a:spcAft>
              <a:buClr>
                <a:srgbClr val="7F7F7F"/>
              </a:buClr>
              <a:buSzPts val="1800"/>
              <a:buChar char="•"/>
              <a:defRPr/>
            </a:lvl7pPr>
            <a:lvl8pPr indent="-342900" lvl="7" marL="3657600" algn="l">
              <a:spcBef>
                <a:spcPts val="360"/>
              </a:spcBef>
              <a:spcAft>
                <a:spcPts val="0"/>
              </a:spcAft>
              <a:buClr>
                <a:srgbClr val="7F7F7F"/>
              </a:buClr>
              <a:buSzPts val="1800"/>
              <a:buChar char="o"/>
              <a:defRPr/>
            </a:lvl8pPr>
            <a:lvl9pPr indent="-342900" lvl="8" marL="4114800" algn="l">
              <a:spcBef>
                <a:spcPts val="360"/>
              </a:spcBef>
              <a:spcAft>
                <a:spcPts val="0"/>
              </a:spcAft>
              <a:buClr>
                <a:srgbClr val="7F7F7F"/>
              </a:buClr>
              <a:buSzPts val="1800"/>
              <a:buChar char="•"/>
              <a:defRPr/>
            </a:lvl9pPr>
          </a:lstStyle>
          <a:p/>
        </p:txBody>
      </p:sp>
      <p:sp>
        <p:nvSpPr>
          <p:cNvPr id="82" name="Google Shape;82;p24"/>
          <p:cNvSpPr txBox="1"/>
          <p:nvPr>
            <p:ph idx="10" type="dt"/>
          </p:nvPr>
        </p:nvSpPr>
        <p:spPr>
          <a:xfrm>
            <a:off x="6363347" y="6356350"/>
            <a:ext cx="2085975" cy="365125"/>
          </a:xfrm>
          <a:prstGeom prst="rect">
            <a:avLst/>
          </a:prstGeom>
          <a:noFill/>
          <a:ln>
            <a:noFill/>
          </a:ln>
        </p:spPr>
        <p:txBody>
          <a:bodyPr anchorCtr="0" anchor="ctr" bIns="45700" lIns="91425" spcFirstLastPara="1" rIns="4570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4"/>
          <p:cNvSpPr txBox="1"/>
          <p:nvPr>
            <p:ph idx="11" type="ftr"/>
          </p:nvPr>
        </p:nvSpPr>
        <p:spPr>
          <a:xfrm>
            <a:off x="659165" y="6356350"/>
            <a:ext cx="2847975" cy="365125"/>
          </a:xfrm>
          <a:prstGeom prst="rect">
            <a:avLst/>
          </a:prstGeom>
          <a:noFill/>
          <a:ln>
            <a:noFill/>
          </a:ln>
        </p:spPr>
        <p:txBody>
          <a:bodyPr anchorCtr="0" anchor="ctr" bIns="45700" lIns="4570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4"/>
          <p:cNvSpPr txBox="1"/>
          <p:nvPr>
            <p:ph idx="12" type="sldNum"/>
          </p:nvPr>
        </p:nvSpPr>
        <p:spPr>
          <a:xfrm>
            <a:off x="8543278" y="6356350"/>
            <a:ext cx="561975" cy="365125"/>
          </a:xfrm>
          <a:prstGeom prst="rect">
            <a:avLst/>
          </a:prstGeom>
          <a:noFill/>
          <a:ln>
            <a:noFill/>
          </a:ln>
        </p:spPr>
        <p:txBody>
          <a:bodyPr anchorCtr="0" anchor="ctr" bIns="45700" lIns="27425" spcFirstLastPara="1" rIns="45700"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50000">
              <a:schemeClr val="lt1"/>
            </a:gs>
            <a:gs pos="76000">
              <a:srgbClr val="F3F3F3"/>
            </a:gs>
            <a:gs pos="92000">
              <a:srgbClr val="D8D8D8"/>
            </a:gs>
            <a:gs pos="100000">
              <a:srgbClr val="D8D8D8"/>
            </a:gs>
          </a:gsLst>
          <a:path path="circle">
            <a:fillToRect b="50%" l="50%" r="50%" t="50%"/>
          </a:path>
          <a:tileRect/>
        </a:gra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Autofit/>
          </a:bodyPr>
          <a:lstStyle>
            <a:lvl1pPr lvl="0" marR="0" rtl="0" algn="ctr">
              <a:lnSpc>
                <a:spcPct val="107407"/>
              </a:lnSpc>
              <a:spcBef>
                <a:spcPts val="0"/>
              </a:spcBef>
              <a:spcAft>
                <a:spcPts val="0"/>
              </a:spcAft>
              <a:buClr>
                <a:schemeClr val="dk2"/>
              </a:buClr>
              <a:buSzPts val="5400"/>
              <a:buFont typeface="Palatino Linotype"/>
              <a:buNone/>
              <a:defRPr b="0" i="0" sz="5400" u="none" cap="none" strike="noStrike">
                <a:solidFill>
                  <a:schemeClr val="dk2"/>
                </a:solidFill>
                <a:latin typeface="Palatino Linotype"/>
                <a:ea typeface="Palatino Linotype"/>
                <a:cs typeface="Palatino Linotype"/>
                <a:sym typeface="Palatino Linotyp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81000" lvl="0" marL="457200" marR="0" rtl="0" algn="l">
              <a:spcBef>
                <a:spcPts val="480"/>
              </a:spcBef>
              <a:spcAft>
                <a:spcPts val="0"/>
              </a:spcAft>
              <a:buClr>
                <a:srgbClr val="7F7F7F"/>
              </a:buClr>
              <a:buSzPts val="2400"/>
              <a:buFont typeface="Arial"/>
              <a:buChar char="•"/>
              <a:defRPr b="0" i="0" sz="2400" u="none" cap="none" strike="noStrike">
                <a:solidFill>
                  <a:srgbClr val="7F7F7F"/>
                </a:solidFill>
                <a:latin typeface="Century Gothic"/>
                <a:ea typeface="Century Gothic"/>
                <a:cs typeface="Century Gothic"/>
                <a:sym typeface="Century Gothic"/>
              </a:defRPr>
            </a:lvl1pPr>
            <a:lvl2pPr indent="-330200" lvl="1" marL="914400" marR="0" rtl="0" algn="l">
              <a:spcBef>
                <a:spcPts val="320"/>
              </a:spcBef>
              <a:spcAft>
                <a:spcPts val="0"/>
              </a:spcAft>
              <a:buClr>
                <a:srgbClr val="7F7F7F"/>
              </a:buClr>
              <a:buSzPts val="1600"/>
              <a:buFont typeface="Courier New"/>
              <a:buChar char="o"/>
              <a:defRPr b="0" i="0" sz="1600" u="none" cap="none" strike="noStrike">
                <a:solidFill>
                  <a:srgbClr val="7F7F7F"/>
                </a:solidFill>
                <a:latin typeface="Century Gothic"/>
                <a:ea typeface="Century Gothic"/>
                <a:cs typeface="Century Gothic"/>
                <a:sym typeface="Century Gothic"/>
              </a:defRPr>
            </a:lvl2pPr>
            <a:lvl3pPr indent="-330200" lvl="2" marL="1371600" marR="0" rtl="0" algn="l">
              <a:spcBef>
                <a:spcPts val="320"/>
              </a:spcBef>
              <a:spcAft>
                <a:spcPts val="0"/>
              </a:spcAft>
              <a:buClr>
                <a:srgbClr val="7F7F7F"/>
              </a:buClr>
              <a:buSzPts val="1600"/>
              <a:buFont typeface="Arial"/>
              <a:buChar char="•"/>
              <a:defRPr b="0" i="0" sz="1600" u="none" cap="none" strike="noStrike">
                <a:solidFill>
                  <a:srgbClr val="7F7F7F"/>
                </a:solidFill>
                <a:latin typeface="Century Gothic"/>
                <a:ea typeface="Century Gothic"/>
                <a:cs typeface="Century Gothic"/>
                <a:sym typeface="Century Gothic"/>
              </a:defRPr>
            </a:lvl3pPr>
            <a:lvl4pPr indent="-330200" lvl="3" marL="1828800" marR="0" rtl="0" algn="l">
              <a:spcBef>
                <a:spcPts val="320"/>
              </a:spcBef>
              <a:spcAft>
                <a:spcPts val="0"/>
              </a:spcAft>
              <a:buClr>
                <a:srgbClr val="7F7F7F"/>
              </a:buClr>
              <a:buSzPts val="1600"/>
              <a:buFont typeface="Courier New"/>
              <a:buChar char="o"/>
              <a:defRPr b="0" i="0" sz="1600" u="none" cap="none" strike="noStrike">
                <a:solidFill>
                  <a:srgbClr val="7F7F7F"/>
                </a:solidFill>
                <a:latin typeface="Century Gothic"/>
                <a:ea typeface="Century Gothic"/>
                <a:cs typeface="Century Gothic"/>
                <a:sym typeface="Century Gothic"/>
              </a:defRPr>
            </a:lvl4pPr>
            <a:lvl5pPr indent="-330200" lvl="4" marL="2286000" marR="0" rtl="0" algn="l">
              <a:spcBef>
                <a:spcPts val="320"/>
              </a:spcBef>
              <a:spcAft>
                <a:spcPts val="0"/>
              </a:spcAft>
              <a:buClr>
                <a:srgbClr val="7F7F7F"/>
              </a:buClr>
              <a:buSzPts val="1600"/>
              <a:buFont typeface="Arial"/>
              <a:buChar char="•"/>
              <a:defRPr b="0" i="0" sz="1600" u="none" cap="none" strike="noStrike">
                <a:solidFill>
                  <a:srgbClr val="7F7F7F"/>
                </a:solidFill>
                <a:latin typeface="Century Gothic"/>
                <a:ea typeface="Century Gothic"/>
                <a:cs typeface="Century Gothic"/>
                <a:sym typeface="Century Gothic"/>
              </a:defRPr>
            </a:lvl5pPr>
            <a:lvl6pPr indent="-330200" lvl="5" marL="2743200" marR="0" rtl="0" algn="l">
              <a:spcBef>
                <a:spcPts val="320"/>
              </a:spcBef>
              <a:spcAft>
                <a:spcPts val="0"/>
              </a:spcAft>
              <a:buClr>
                <a:srgbClr val="7F7F7F"/>
              </a:buClr>
              <a:buSzPts val="1600"/>
              <a:buFont typeface="Courier New"/>
              <a:buChar char="o"/>
              <a:defRPr b="0" i="0" sz="1600" u="none" cap="none" strike="noStrike">
                <a:solidFill>
                  <a:srgbClr val="7F7F7F"/>
                </a:solidFill>
                <a:latin typeface="Century Gothic"/>
                <a:ea typeface="Century Gothic"/>
                <a:cs typeface="Century Gothic"/>
                <a:sym typeface="Century Gothic"/>
              </a:defRPr>
            </a:lvl6pPr>
            <a:lvl7pPr indent="-330200" lvl="6" marL="3200400" marR="0" rtl="0" algn="l">
              <a:spcBef>
                <a:spcPts val="320"/>
              </a:spcBef>
              <a:spcAft>
                <a:spcPts val="0"/>
              </a:spcAft>
              <a:buClr>
                <a:srgbClr val="7F7F7F"/>
              </a:buClr>
              <a:buSzPts val="1600"/>
              <a:buFont typeface="Arial"/>
              <a:buChar char="•"/>
              <a:defRPr b="0" i="0" sz="1600" u="none" cap="none" strike="noStrike">
                <a:solidFill>
                  <a:srgbClr val="7F7F7F"/>
                </a:solidFill>
                <a:latin typeface="Century Gothic"/>
                <a:ea typeface="Century Gothic"/>
                <a:cs typeface="Century Gothic"/>
                <a:sym typeface="Century Gothic"/>
              </a:defRPr>
            </a:lvl7pPr>
            <a:lvl8pPr indent="-330200" lvl="7" marL="3657600" marR="0" rtl="0" algn="l">
              <a:spcBef>
                <a:spcPts val="320"/>
              </a:spcBef>
              <a:spcAft>
                <a:spcPts val="0"/>
              </a:spcAft>
              <a:buClr>
                <a:srgbClr val="7F7F7F"/>
              </a:buClr>
              <a:buSzPts val="1600"/>
              <a:buFont typeface="Courier New"/>
              <a:buChar char="o"/>
              <a:defRPr b="0" i="0" sz="1600" u="none" cap="none" strike="noStrike">
                <a:solidFill>
                  <a:srgbClr val="7F7F7F"/>
                </a:solidFill>
                <a:latin typeface="Century Gothic"/>
                <a:ea typeface="Century Gothic"/>
                <a:cs typeface="Century Gothic"/>
                <a:sym typeface="Century Gothic"/>
              </a:defRPr>
            </a:lvl8pPr>
            <a:lvl9pPr indent="-330200" lvl="8" marL="4114800" marR="0" rtl="0" algn="l">
              <a:spcBef>
                <a:spcPts val="320"/>
              </a:spcBef>
              <a:spcAft>
                <a:spcPts val="0"/>
              </a:spcAft>
              <a:buClr>
                <a:srgbClr val="7F7F7F"/>
              </a:buClr>
              <a:buSzPts val="1600"/>
              <a:buFont typeface="Arial"/>
              <a:buChar char="•"/>
              <a:defRPr b="0" i="0" sz="1600" u="none" cap="none" strike="noStrike">
                <a:solidFill>
                  <a:srgbClr val="7F7F7F"/>
                </a:solidFill>
                <a:latin typeface="Century Gothic"/>
                <a:ea typeface="Century Gothic"/>
                <a:cs typeface="Century Gothic"/>
                <a:sym typeface="Century Gothic"/>
              </a:defRPr>
            </a:lvl9pPr>
          </a:lstStyle>
          <a:p/>
        </p:txBody>
      </p:sp>
      <p:sp>
        <p:nvSpPr>
          <p:cNvPr id="8" name="Google Shape;8;p13"/>
          <p:cNvSpPr txBox="1"/>
          <p:nvPr>
            <p:ph idx="10" type="dt"/>
          </p:nvPr>
        </p:nvSpPr>
        <p:spPr>
          <a:xfrm>
            <a:off x="6363347" y="6356350"/>
            <a:ext cx="2085975" cy="365125"/>
          </a:xfrm>
          <a:prstGeom prst="rect">
            <a:avLst/>
          </a:prstGeom>
          <a:noFill/>
          <a:ln>
            <a:noFill/>
          </a:ln>
        </p:spPr>
        <p:txBody>
          <a:bodyPr anchorCtr="0" anchor="ctr" bIns="45700" lIns="91425" spcFirstLastPara="1" rIns="45700" wrap="square" tIns="45700">
            <a:noAutofit/>
          </a:bodyPr>
          <a:lstStyle>
            <a:lvl1pPr lvl="0" marR="0" rtl="0" algn="r">
              <a:spcBef>
                <a:spcPts val="0"/>
              </a:spcBef>
              <a:spcAft>
                <a:spcPts val="0"/>
              </a:spcAft>
              <a:buSzPts val="1400"/>
              <a:buNone/>
              <a:defRPr b="0" i="0" sz="1200" u="none" cap="none" strike="noStrike">
                <a:solidFill>
                  <a:srgbClr val="595959"/>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lvl="2"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lvl="3"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lvl="4"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lvl="5"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lvl="6"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lvl="7"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lvl="8"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9" name="Google Shape;9;p13"/>
          <p:cNvSpPr txBox="1"/>
          <p:nvPr>
            <p:ph idx="11" type="ftr"/>
          </p:nvPr>
        </p:nvSpPr>
        <p:spPr>
          <a:xfrm>
            <a:off x="659165" y="6356350"/>
            <a:ext cx="2847975" cy="365125"/>
          </a:xfrm>
          <a:prstGeom prst="rect">
            <a:avLst/>
          </a:prstGeom>
          <a:noFill/>
          <a:ln>
            <a:noFill/>
          </a:ln>
        </p:spPr>
        <p:txBody>
          <a:bodyPr anchorCtr="0" anchor="ctr" bIns="45700" lIns="45700" spcFirstLastPara="1" rIns="91425" wrap="square" tIns="45700">
            <a:noAutofit/>
          </a:bodyPr>
          <a:lstStyle>
            <a:lvl1pPr lvl="0" marR="0" rtl="0" algn="l">
              <a:spcBef>
                <a:spcPts val="0"/>
              </a:spcBef>
              <a:spcAft>
                <a:spcPts val="0"/>
              </a:spcAft>
              <a:buSzPts val="1400"/>
              <a:buNone/>
              <a:defRPr b="0" i="0" sz="1200" u="none" cap="none" strike="noStrike">
                <a:solidFill>
                  <a:srgbClr val="595959"/>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lvl="2"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lvl="3"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lvl="4"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lvl="5"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lvl="6"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lvl="7"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lvl="8"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10" name="Google Shape;10;p13"/>
          <p:cNvSpPr txBox="1"/>
          <p:nvPr>
            <p:ph idx="12" type="sldNum"/>
          </p:nvPr>
        </p:nvSpPr>
        <p:spPr>
          <a:xfrm>
            <a:off x="8543278" y="6356350"/>
            <a:ext cx="561975" cy="365125"/>
          </a:xfrm>
          <a:prstGeom prst="rect">
            <a:avLst/>
          </a:prstGeom>
          <a:noFill/>
          <a:ln>
            <a:noFill/>
          </a:ln>
        </p:spPr>
        <p:txBody>
          <a:bodyPr anchorCtr="0" anchor="ctr" bIns="45700" lIns="27425" spcFirstLastPara="1" rIns="45700" wrap="square" tIns="45700">
            <a:noAutofit/>
          </a:bodyPr>
          <a:lstStyle>
            <a:lvl1pPr indent="0" lvl="0" marL="0" marR="0" rtl="0" algn="l">
              <a:spcBef>
                <a:spcPts val="0"/>
              </a:spcBef>
              <a:buNone/>
              <a:defRPr b="0" i="0" sz="1200" u="none" cap="none" strike="noStrike">
                <a:solidFill>
                  <a:srgbClr val="595959"/>
                </a:solidFill>
                <a:latin typeface="Century Gothic"/>
                <a:ea typeface="Century Gothic"/>
                <a:cs typeface="Century Gothic"/>
                <a:sym typeface="Century Gothic"/>
              </a:defRPr>
            </a:lvl1pPr>
            <a:lvl2pPr indent="0" lvl="1" marL="0" marR="0" rtl="0" algn="l">
              <a:spcBef>
                <a:spcPts val="0"/>
              </a:spcBef>
              <a:buNone/>
              <a:defRPr b="0" i="0" sz="1200" u="none" cap="none" strike="noStrike">
                <a:solidFill>
                  <a:srgbClr val="595959"/>
                </a:solidFill>
                <a:latin typeface="Century Gothic"/>
                <a:ea typeface="Century Gothic"/>
                <a:cs typeface="Century Gothic"/>
                <a:sym typeface="Century Gothic"/>
              </a:defRPr>
            </a:lvl2pPr>
            <a:lvl3pPr indent="0" lvl="2" marL="0" marR="0" rtl="0" algn="l">
              <a:spcBef>
                <a:spcPts val="0"/>
              </a:spcBef>
              <a:buNone/>
              <a:defRPr b="0" i="0" sz="1200" u="none" cap="none" strike="noStrike">
                <a:solidFill>
                  <a:srgbClr val="595959"/>
                </a:solidFill>
                <a:latin typeface="Century Gothic"/>
                <a:ea typeface="Century Gothic"/>
                <a:cs typeface="Century Gothic"/>
                <a:sym typeface="Century Gothic"/>
              </a:defRPr>
            </a:lvl3pPr>
            <a:lvl4pPr indent="0" lvl="3" marL="0" marR="0" rtl="0" algn="l">
              <a:spcBef>
                <a:spcPts val="0"/>
              </a:spcBef>
              <a:buNone/>
              <a:defRPr b="0" i="0" sz="1200" u="none" cap="none" strike="noStrike">
                <a:solidFill>
                  <a:srgbClr val="595959"/>
                </a:solidFill>
                <a:latin typeface="Century Gothic"/>
                <a:ea typeface="Century Gothic"/>
                <a:cs typeface="Century Gothic"/>
                <a:sym typeface="Century Gothic"/>
              </a:defRPr>
            </a:lvl4pPr>
            <a:lvl5pPr indent="0" lvl="4" marL="0" marR="0" rtl="0" algn="l">
              <a:spcBef>
                <a:spcPts val="0"/>
              </a:spcBef>
              <a:buNone/>
              <a:defRPr b="0" i="0" sz="1200" u="none" cap="none" strike="noStrike">
                <a:solidFill>
                  <a:srgbClr val="595959"/>
                </a:solidFill>
                <a:latin typeface="Century Gothic"/>
                <a:ea typeface="Century Gothic"/>
                <a:cs typeface="Century Gothic"/>
                <a:sym typeface="Century Gothic"/>
              </a:defRPr>
            </a:lvl5pPr>
            <a:lvl6pPr indent="0" lvl="5" marL="0" marR="0" rtl="0" algn="l">
              <a:spcBef>
                <a:spcPts val="0"/>
              </a:spcBef>
              <a:buNone/>
              <a:defRPr b="0" i="0" sz="1200" u="none" cap="none" strike="noStrike">
                <a:solidFill>
                  <a:srgbClr val="595959"/>
                </a:solidFill>
                <a:latin typeface="Century Gothic"/>
                <a:ea typeface="Century Gothic"/>
                <a:cs typeface="Century Gothic"/>
                <a:sym typeface="Century Gothic"/>
              </a:defRPr>
            </a:lvl6pPr>
            <a:lvl7pPr indent="0" lvl="6" marL="0" marR="0" rtl="0" algn="l">
              <a:spcBef>
                <a:spcPts val="0"/>
              </a:spcBef>
              <a:buNone/>
              <a:defRPr b="0" i="0" sz="1200" u="none" cap="none" strike="noStrike">
                <a:solidFill>
                  <a:srgbClr val="595959"/>
                </a:solidFill>
                <a:latin typeface="Century Gothic"/>
                <a:ea typeface="Century Gothic"/>
                <a:cs typeface="Century Gothic"/>
                <a:sym typeface="Century Gothic"/>
              </a:defRPr>
            </a:lvl7pPr>
            <a:lvl8pPr indent="0" lvl="7" marL="0" marR="0" rtl="0" algn="l">
              <a:spcBef>
                <a:spcPts val="0"/>
              </a:spcBef>
              <a:buNone/>
              <a:defRPr b="0" i="0" sz="1200" u="none" cap="none" strike="noStrike">
                <a:solidFill>
                  <a:srgbClr val="595959"/>
                </a:solidFill>
                <a:latin typeface="Century Gothic"/>
                <a:ea typeface="Century Gothic"/>
                <a:cs typeface="Century Gothic"/>
                <a:sym typeface="Century Gothic"/>
              </a:defRPr>
            </a:lvl8pPr>
            <a:lvl9pPr indent="0" lvl="8" marL="0" marR="0" rtl="0" algn="l">
              <a:spcBef>
                <a:spcPts val="0"/>
              </a:spcBef>
              <a:buNone/>
              <a:defRPr b="0" i="0" sz="1200" u="none" cap="none" strike="noStrike">
                <a:solidFill>
                  <a:srgbClr val="595959"/>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US"/>
              <a:t>‹#›</a:t>
            </a:fld>
            <a:endParaRPr/>
          </a:p>
        </p:txBody>
      </p:sp>
      <p:sp>
        <p:nvSpPr>
          <p:cNvPr id="11" name="Google Shape;11;p13"/>
          <p:cNvSpPr/>
          <p:nvPr/>
        </p:nvSpPr>
        <p:spPr>
          <a:xfrm>
            <a:off x="8457760" y="6499384"/>
            <a:ext cx="84772" cy="84772"/>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alatino Linotype"/>
              <a:ea typeface="Palatino Linotype"/>
              <a:cs typeface="Palatino Linotype"/>
              <a:sym typeface="Palatino Linotype"/>
            </a:endParaRPr>
          </a:p>
        </p:txBody>
      </p:sp>
      <p:sp>
        <p:nvSpPr>
          <p:cNvPr id="12" name="Google Shape;12;p13"/>
          <p:cNvSpPr/>
          <p:nvPr/>
        </p:nvSpPr>
        <p:spPr>
          <a:xfrm>
            <a:off x="569119" y="6499384"/>
            <a:ext cx="84772" cy="84772"/>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alatino Linotype"/>
              <a:ea typeface="Palatino Linotype"/>
              <a:cs typeface="Palatino Linotype"/>
              <a:sym typeface="Palatino Linotype"/>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685800" y="609601"/>
            <a:ext cx="8001000" cy="4267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8000"/>
              <a:buFont typeface="Palatino Linotype"/>
              <a:buNone/>
            </a:pPr>
            <a:r>
              <a:rPr b="1" lang="en-US"/>
              <a:t>Synchronization </a:t>
            </a:r>
            <a:endParaRPr/>
          </a:p>
        </p:txBody>
      </p:sp>
      <p:sp>
        <p:nvSpPr>
          <p:cNvPr id="90" name="Google Shape;90;p1"/>
          <p:cNvSpPr txBox="1"/>
          <p:nvPr>
            <p:ph idx="1" type="subTitle"/>
          </p:nvPr>
        </p:nvSpPr>
        <p:spPr>
          <a:xfrm>
            <a:off x="1371600" y="4953000"/>
            <a:ext cx="6400800" cy="12192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Autofit/>
          </a:bodyPr>
          <a:lstStyle/>
          <a:p>
            <a:pPr indent="0" lvl="0" marL="0" rtl="0" algn="ctr">
              <a:lnSpc>
                <a:spcPct val="107407"/>
              </a:lnSpc>
              <a:spcBef>
                <a:spcPts val="0"/>
              </a:spcBef>
              <a:spcAft>
                <a:spcPts val="0"/>
              </a:spcAft>
              <a:buClr>
                <a:schemeClr val="dk2"/>
              </a:buClr>
              <a:buSzPts val="5400"/>
              <a:buFont typeface="Palatino Linotype"/>
              <a:buNone/>
            </a:pPr>
            <a:r>
              <a:rPr lang="en-US"/>
              <a:t>Introduction</a:t>
            </a:r>
            <a:endParaRPr/>
          </a:p>
        </p:txBody>
      </p:sp>
      <p:sp>
        <p:nvSpPr>
          <p:cNvPr id="96" name="Google Shape;96;p2"/>
          <p:cNvSpPr txBox="1"/>
          <p:nvPr>
            <p:ph idx="1" type="body"/>
          </p:nvPr>
        </p:nvSpPr>
        <p:spPr>
          <a:xfrm>
            <a:off x="457200" y="1600200"/>
            <a:ext cx="8458200" cy="4525963"/>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rgbClr val="7F7F7F"/>
              </a:buClr>
              <a:buSzPts val="2400"/>
              <a:buNone/>
            </a:pPr>
            <a:r>
              <a:t/>
            </a:r>
            <a:endParaRPr b="1"/>
          </a:p>
          <a:p>
            <a:pPr indent="-342900" lvl="0" marL="342900" rtl="0" algn="l">
              <a:spcBef>
                <a:spcPts val="400"/>
              </a:spcBef>
              <a:spcAft>
                <a:spcPts val="0"/>
              </a:spcAft>
              <a:buClr>
                <a:schemeClr val="dk1"/>
              </a:buClr>
              <a:buSzPts val="2000"/>
              <a:buChar char="•"/>
            </a:pPr>
            <a:r>
              <a:rPr lang="en-US" sz="2000">
                <a:solidFill>
                  <a:schemeClr val="dk1"/>
                </a:solidFill>
                <a:latin typeface="Arial"/>
                <a:ea typeface="Arial"/>
                <a:cs typeface="Arial"/>
                <a:sym typeface="Arial"/>
              </a:rPr>
              <a:t>Multiple concurrent threads ‘</a:t>
            </a:r>
            <a:r>
              <a:rPr b="1" lang="en-US" sz="2000">
                <a:solidFill>
                  <a:schemeClr val="dk1"/>
                </a:solidFill>
                <a:latin typeface="Arial"/>
                <a:ea typeface="Arial"/>
                <a:cs typeface="Arial"/>
                <a:sym typeface="Arial"/>
              </a:rPr>
              <a:t>tasks</a:t>
            </a:r>
            <a:r>
              <a:rPr lang="en-US" sz="2000">
                <a:solidFill>
                  <a:schemeClr val="dk1"/>
                </a:solidFill>
                <a:latin typeface="Arial"/>
                <a:ea typeface="Arial"/>
                <a:cs typeface="Arial"/>
                <a:sym typeface="Arial"/>
              </a:rPr>
              <a:t>’ of execution within an application must be able to synchronize their execution and coordinate mutually exclusive access to shared resources. </a:t>
            </a:r>
            <a:endParaRPr sz="2000">
              <a:solidFill>
                <a:schemeClr val="dk1"/>
              </a:solidFill>
              <a:latin typeface="Arial"/>
              <a:ea typeface="Arial"/>
              <a:cs typeface="Arial"/>
              <a:sym typeface="Arial"/>
            </a:endParaRPr>
          </a:p>
          <a:p>
            <a:pPr indent="-215900" lvl="0" marL="342900" rtl="0" algn="l">
              <a:spcBef>
                <a:spcPts val="400"/>
              </a:spcBef>
              <a:spcAft>
                <a:spcPts val="0"/>
              </a:spcAft>
              <a:buClr>
                <a:srgbClr val="7F7F7F"/>
              </a:buClr>
              <a:buSzPts val="2000"/>
              <a:buNone/>
            </a:pPr>
            <a:r>
              <a:t/>
            </a:r>
            <a:endParaRPr sz="2000">
              <a:solidFill>
                <a:schemeClr val="dk1"/>
              </a:solidFill>
              <a:latin typeface="Arial"/>
              <a:ea typeface="Arial"/>
              <a:cs typeface="Arial"/>
              <a:sym typeface="Arial"/>
            </a:endParaRPr>
          </a:p>
          <a:p>
            <a:pPr indent="-190500" lvl="0" marL="342900" rtl="0" algn="l">
              <a:spcBef>
                <a:spcPts val="480"/>
              </a:spcBef>
              <a:spcAft>
                <a:spcPts val="0"/>
              </a:spcAft>
              <a:buClr>
                <a:srgbClr val="7F7F7F"/>
              </a:buClr>
              <a:buSzPts val="2400"/>
              <a:buNone/>
            </a:pPr>
            <a:r>
              <a:t/>
            </a:r>
            <a:endParaRPr/>
          </a:p>
          <a:p>
            <a:pPr indent="-342900" lvl="0" marL="342900" rtl="0" algn="l">
              <a:spcBef>
                <a:spcPts val="400"/>
              </a:spcBef>
              <a:spcAft>
                <a:spcPts val="0"/>
              </a:spcAft>
              <a:buClr>
                <a:schemeClr val="dk1"/>
              </a:buClr>
              <a:buSzPts val="2000"/>
              <a:buChar char="•"/>
            </a:pPr>
            <a:r>
              <a:rPr lang="en-US" sz="2000">
                <a:solidFill>
                  <a:schemeClr val="dk1"/>
                </a:solidFill>
                <a:latin typeface="Arial"/>
                <a:ea typeface="Arial"/>
                <a:cs typeface="Arial"/>
                <a:sym typeface="Arial"/>
              </a:rPr>
              <a:t>To address these requirements, RTOS kernels provide a </a:t>
            </a:r>
            <a:r>
              <a:rPr b="1" lang="en-US" sz="2000">
                <a:solidFill>
                  <a:schemeClr val="dk1"/>
                </a:solidFill>
                <a:latin typeface="Arial"/>
                <a:ea typeface="Arial"/>
                <a:cs typeface="Arial"/>
                <a:sym typeface="Arial"/>
              </a:rPr>
              <a:t>semaphore object </a:t>
            </a:r>
            <a:r>
              <a:rPr lang="en-US" sz="2000">
                <a:solidFill>
                  <a:schemeClr val="dk1"/>
                </a:solidFill>
                <a:latin typeface="Arial"/>
                <a:ea typeface="Arial"/>
                <a:cs typeface="Arial"/>
                <a:sym typeface="Arial"/>
              </a:rPr>
              <a:t>and associated semaphore management services.</a:t>
            </a:r>
            <a:endParaRPr/>
          </a:p>
          <a:p>
            <a:pPr indent="-190500" lvl="0" marL="342900" rtl="0" algn="l">
              <a:spcBef>
                <a:spcPts val="480"/>
              </a:spcBef>
              <a:spcAft>
                <a:spcPts val="0"/>
              </a:spcAft>
              <a:buClr>
                <a:srgbClr val="7F7F7F"/>
              </a:buClr>
              <a:buSzPts val="24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
          <p:cNvSpPr txBox="1"/>
          <p:nvPr>
            <p:ph type="title"/>
          </p:nvPr>
        </p:nvSpPr>
        <p:spPr>
          <a:xfrm>
            <a:off x="457200" y="-27709"/>
            <a:ext cx="8229600" cy="1323109"/>
          </a:xfrm>
          <a:prstGeom prst="rect">
            <a:avLst/>
          </a:prstGeom>
          <a:noFill/>
          <a:ln>
            <a:noFill/>
          </a:ln>
        </p:spPr>
        <p:txBody>
          <a:bodyPr anchorCtr="0" anchor="b" bIns="45700" lIns="91425" spcFirstLastPara="1" rIns="91425" wrap="square" tIns="45700">
            <a:noAutofit/>
          </a:bodyPr>
          <a:lstStyle/>
          <a:p>
            <a:pPr indent="0" lvl="0" marL="0" rtl="0" algn="ctr">
              <a:lnSpc>
                <a:spcPct val="107407"/>
              </a:lnSpc>
              <a:spcBef>
                <a:spcPts val="0"/>
              </a:spcBef>
              <a:spcAft>
                <a:spcPts val="0"/>
              </a:spcAft>
              <a:buClr>
                <a:schemeClr val="dk2"/>
              </a:buClr>
              <a:buSzPts val="5400"/>
              <a:buFont typeface="Palatino Linotype"/>
              <a:buNone/>
            </a:pPr>
            <a:r>
              <a:rPr lang="en-US"/>
              <a:t>Semaphore </a:t>
            </a:r>
            <a:r>
              <a:rPr lang="en-US" sz="1600"/>
              <a:t>(general)</a:t>
            </a:r>
            <a:endParaRPr sz="1600"/>
          </a:p>
        </p:txBody>
      </p:sp>
      <p:sp>
        <p:nvSpPr>
          <p:cNvPr id="102" name="Google Shape;102;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rgbClr val="7F7F7F"/>
              </a:buClr>
              <a:buSzPts val="2400"/>
              <a:buNone/>
            </a:pPr>
            <a:r>
              <a:t/>
            </a:r>
            <a:endParaRPr/>
          </a:p>
          <a:p>
            <a:pPr indent="-215900" lvl="0" marL="342900" rtl="0" algn="l">
              <a:spcBef>
                <a:spcPts val="400"/>
              </a:spcBef>
              <a:spcAft>
                <a:spcPts val="0"/>
              </a:spcAft>
              <a:buClr>
                <a:srgbClr val="7F7F7F"/>
              </a:buClr>
              <a:buSzPts val="2000"/>
              <a:buNone/>
            </a:pPr>
            <a:r>
              <a:t/>
            </a:r>
            <a:endParaRPr b="1" sz="2000">
              <a:solidFill>
                <a:schemeClr val="dk1"/>
              </a:solidFill>
              <a:latin typeface="Arial"/>
              <a:ea typeface="Arial"/>
              <a:cs typeface="Arial"/>
              <a:sym typeface="Arial"/>
            </a:endParaRPr>
          </a:p>
          <a:p>
            <a:pPr indent="0" lvl="0" marL="0" rtl="0" algn="l">
              <a:spcBef>
                <a:spcPts val="400"/>
              </a:spcBef>
              <a:spcAft>
                <a:spcPts val="0"/>
              </a:spcAft>
              <a:buClr>
                <a:srgbClr val="7F7F7F"/>
              </a:buClr>
              <a:buSzPts val="2000"/>
              <a:buNone/>
            </a:pPr>
            <a:r>
              <a:t/>
            </a:r>
            <a:endParaRPr b="1" sz="2000">
              <a:solidFill>
                <a:schemeClr val="dk1"/>
              </a:solidFill>
              <a:latin typeface="Arial"/>
              <a:ea typeface="Arial"/>
              <a:cs typeface="Arial"/>
              <a:sym typeface="Arial"/>
            </a:endParaRPr>
          </a:p>
          <a:p>
            <a:pPr indent="-342900" lvl="0" marL="342900" rtl="0" algn="l">
              <a:spcBef>
                <a:spcPts val="400"/>
              </a:spcBef>
              <a:spcAft>
                <a:spcPts val="0"/>
              </a:spcAft>
              <a:buClr>
                <a:schemeClr val="dk1"/>
              </a:buClr>
              <a:buSzPts val="2000"/>
              <a:buChar char="•"/>
            </a:pPr>
            <a:r>
              <a:rPr b="1" lang="en-US" sz="2000">
                <a:solidFill>
                  <a:schemeClr val="dk1"/>
                </a:solidFill>
                <a:latin typeface="Arial"/>
                <a:ea typeface="Arial"/>
                <a:cs typeface="Arial"/>
                <a:sym typeface="Arial"/>
              </a:rPr>
              <a:t>A semaphore (sometimes called a semaphore token) is a kernel object that one or more threads of execution can acquire or release for the purposes of synchronization or mutual exclusion.</a:t>
            </a:r>
            <a:endParaRPr/>
          </a:p>
          <a:p>
            <a:pPr indent="-190500" lvl="0" marL="342900" rtl="0" algn="l">
              <a:spcBef>
                <a:spcPts val="480"/>
              </a:spcBef>
              <a:spcAft>
                <a:spcPts val="0"/>
              </a:spcAft>
              <a:buClr>
                <a:srgbClr val="7F7F7F"/>
              </a:buClr>
              <a:buSzPts val="24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4"/>
          <p:cNvSpPr txBox="1"/>
          <p:nvPr>
            <p:ph type="title"/>
          </p:nvPr>
        </p:nvSpPr>
        <p:spPr>
          <a:xfrm>
            <a:off x="457200" y="-27709"/>
            <a:ext cx="8229600" cy="1323109"/>
          </a:xfrm>
          <a:prstGeom prst="rect">
            <a:avLst/>
          </a:prstGeom>
          <a:noFill/>
          <a:ln>
            <a:noFill/>
          </a:ln>
        </p:spPr>
        <p:txBody>
          <a:bodyPr anchorCtr="0" anchor="b" bIns="45700" lIns="91425" spcFirstLastPara="1" rIns="91425" wrap="square" tIns="45700">
            <a:noAutofit/>
          </a:bodyPr>
          <a:lstStyle/>
          <a:p>
            <a:pPr indent="0" lvl="0" marL="0" rtl="0" algn="ctr">
              <a:lnSpc>
                <a:spcPct val="107407"/>
              </a:lnSpc>
              <a:spcBef>
                <a:spcPts val="0"/>
              </a:spcBef>
              <a:spcAft>
                <a:spcPts val="0"/>
              </a:spcAft>
              <a:buClr>
                <a:schemeClr val="dk2"/>
              </a:buClr>
              <a:buSzPts val="5400"/>
              <a:buFont typeface="Palatino Linotype"/>
              <a:buNone/>
            </a:pPr>
            <a:r>
              <a:rPr lang="en-US"/>
              <a:t>Semaphore </a:t>
            </a:r>
            <a:r>
              <a:rPr lang="en-US" sz="1600"/>
              <a:t>(general)</a:t>
            </a:r>
            <a:endParaRPr/>
          </a:p>
        </p:txBody>
      </p:sp>
      <p:sp>
        <p:nvSpPr>
          <p:cNvPr id="108" name="Google Shape;108;p4"/>
          <p:cNvSpPr txBox="1"/>
          <p:nvPr>
            <p:ph idx="1" type="body"/>
          </p:nvPr>
        </p:nvSpPr>
        <p:spPr>
          <a:xfrm>
            <a:off x="457200" y="1447800"/>
            <a:ext cx="8229600" cy="4678363"/>
          </a:xfrm>
          <a:prstGeom prst="rect">
            <a:avLst/>
          </a:prstGeom>
          <a:noFill/>
          <a:ln>
            <a:noFill/>
          </a:ln>
        </p:spPr>
        <p:txBody>
          <a:bodyPr anchorCtr="0" anchor="t" bIns="45700" lIns="91425" spcFirstLastPara="1" rIns="91425" wrap="square" tIns="45700">
            <a:normAutofit/>
          </a:bodyPr>
          <a:lstStyle/>
          <a:p>
            <a:pPr indent="-215900" lvl="0" marL="342900" rtl="0" algn="l">
              <a:spcBef>
                <a:spcPts val="0"/>
              </a:spcBef>
              <a:spcAft>
                <a:spcPts val="0"/>
              </a:spcAft>
              <a:buClr>
                <a:srgbClr val="7F7F7F"/>
              </a:buClr>
              <a:buSzPts val="2000"/>
              <a:buNone/>
            </a:pPr>
            <a:r>
              <a:t/>
            </a:r>
            <a:endParaRPr b="1" sz="2000">
              <a:solidFill>
                <a:schemeClr val="dk1"/>
              </a:solidFill>
              <a:latin typeface="Arial"/>
              <a:ea typeface="Arial"/>
              <a:cs typeface="Arial"/>
              <a:sym typeface="Arial"/>
            </a:endParaRPr>
          </a:p>
          <a:p>
            <a:pPr indent="-190500" lvl="0" marL="342900" rtl="0" algn="l">
              <a:spcBef>
                <a:spcPts val="480"/>
              </a:spcBef>
              <a:spcAft>
                <a:spcPts val="0"/>
              </a:spcAft>
              <a:buClr>
                <a:srgbClr val="7F7F7F"/>
              </a:buClr>
              <a:buSzPts val="2400"/>
              <a:buNone/>
            </a:pPr>
            <a:r>
              <a:t/>
            </a:r>
            <a:endParaRPr/>
          </a:p>
        </p:txBody>
      </p:sp>
      <p:pic>
        <p:nvPicPr>
          <p:cNvPr descr="F:\faculty\freeRtos\Embedded\Freertos\Material\semaphore.jpg" id="109" name="Google Shape;109;p4"/>
          <p:cNvPicPr preferRelativeResize="0"/>
          <p:nvPr/>
        </p:nvPicPr>
        <p:blipFill rotWithShape="1">
          <a:blip r:embed="rId3">
            <a:alphaModFix/>
          </a:blip>
          <a:srcRect b="0" l="0" r="0" t="0"/>
          <a:stretch/>
        </p:blipFill>
        <p:spPr>
          <a:xfrm>
            <a:off x="1371600" y="1676400"/>
            <a:ext cx="6577013" cy="401197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5"/>
          <p:cNvSpPr txBox="1"/>
          <p:nvPr>
            <p:ph type="title"/>
          </p:nvPr>
        </p:nvSpPr>
        <p:spPr>
          <a:xfrm>
            <a:off x="457200" y="-27709"/>
            <a:ext cx="8229600" cy="1323109"/>
          </a:xfrm>
          <a:prstGeom prst="rect">
            <a:avLst/>
          </a:prstGeom>
          <a:noFill/>
          <a:ln>
            <a:noFill/>
          </a:ln>
        </p:spPr>
        <p:txBody>
          <a:bodyPr anchorCtr="0" anchor="b" bIns="45700" lIns="91425" spcFirstLastPara="1" rIns="91425" wrap="square" tIns="45700">
            <a:noAutofit/>
          </a:bodyPr>
          <a:lstStyle/>
          <a:p>
            <a:pPr indent="0" lvl="0" marL="0" rtl="0" algn="ctr">
              <a:lnSpc>
                <a:spcPct val="107407"/>
              </a:lnSpc>
              <a:spcBef>
                <a:spcPts val="0"/>
              </a:spcBef>
              <a:spcAft>
                <a:spcPts val="0"/>
              </a:spcAft>
              <a:buClr>
                <a:schemeClr val="dk2"/>
              </a:buClr>
              <a:buSzPts val="5400"/>
              <a:buFont typeface="Palatino Linotype"/>
              <a:buNone/>
            </a:pPr>
            <a:r>
              <a:rPr lang="en-US"/>
              <a:t>Semaphore </a:t>
            </a:r>
            <a:r>
              <a:rPr lang="en-US" sz="1600"/>
              <a:t>(general)</a:t>
            </a:r>
            <a:r>
              <a:rPr lang="en-US"/>
              <a:t> Cont.</a:t>
            </a:r>
            <a:endParaRPr/>
          </a:p>
        </p:txBody>
      </p:sp>
      <p:sp>
        <p:nvSpPr>
          <p:cNvPr id="115" name="Google Shape;115;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b="1" lang="en-US" sz="2000">
                <a:solidFill>
                  <a:schemeClr val="dk1"/>
                </a:solidFill>
                <a:latin typeface="Arial"/>
                <a:ea typeface="Arial"/>
                <a:cs typeface="Arial"/>
                <a:sym typeface="Arial"/>
              </a:rPr>
              <a:t>A semaphore is like a key that allows a task to carry out some operation or to access a resource. </a:t>
            </a:r>
            <a:endParaRPr b="1" sz="2000">
              <a:solidFill>
                <a:schemeClr val="dk1"/>
              </a:solidFill>
              <a:latin typeface="Arial"/>
              <a:ea typeface="Arial"/>
              <a:cs typeface="Arial"/>
              <a:sym typeface="Arial"/>
            </a:endParaRPr>
          </a:p>
          <a:p>
            <a:pPr indent="-215900" lvl="0" marL="342900" rtl="0" algn="l">
              <a:spcBef>
                <a:spcPts val="400"/>
              </a:spcBef>
              <a:spcAft>
                <a:spcPts val="0"/>
              </a:spcAft>
              <a:buClr>
                <a:srgbClr val="7F7F7F"/>
              </a:buClr>
              <a:buSzPts val="2000"/>
              <a:buNone/>
            </a:pPr>
            <a:r>
              <a:t/>
            </a:r>
            <a:endParaRPr b="1" sz="2000">
              <a:solidFill>
                <a:schemeClr val="dk1"/>
              </a:solidFill>
              <a:latin typeface="Arial"/>
              <a:ea typeface="Arial"/>
              <a:cs typeface="Arial"/>
              <a:sym typeface="Arial"/>
            </a:endParaRPr>
          </a:p>
          <a:p>
            <a:pPr indent="-215900" lvl="0" marL="342900" rtl="0" algn="l">
              <a:spcBef>
                <a:spcPts val="400"/>
              </a:spcBef>
              <a:spcAft>
                <a:spcPts val="0"/>
              </a:spcAft>
              <a:buClr>
                <a:srgbClr val="7F7F7F"/>
              </a:buClr>
              <a:buSzPts val="2000"/>
              <a:buNone/>
            </a:pPr>
            <a:r>
              <a:t/>
            </a:r>
            <a:endParaRPr b="1" sz="2000">
              <a:solidFill>
                <a:schemeClr val="dk1"/>
              </a:solidFill>
              <a:latin typeface="Arial"/>
              <a:ea typeface="Arial"/>
              <a:cs typeface="Arial"/>
              <a:sym typeface="Arial"/>
            </a:endParaRPr>
          </a:p>
          <a:p>
            <a:pPr indent="-342900" lvl="0" marL="342900" rtl="0" algn="l">
              <a:spcBef>
                <a:spcPts val="400"/>
              </a:spcBef>
              <a:spcAft>
                <a:spcPts val="0"/>
              </a:spcAft>
              <a:buClr>
                <a:schemeClr val="dk1"/>
              </a:buClr>
              <a:buSzPts val="2000"/>
              <a:buChar char="•"/>
            </a:pPr>
            <a:r>
              <a:rPr b="1" lang="en-US" sz="2000">
                <a:solidFill>
                  <a:schemeClr val="dk1"/>
                </a:solidFill>
                <a:latin typeface="Arial"/>
                <a:ea typeface="Arial"/>
                <a:cs typeface="Arial"/>
                <a:sym typeface="Arial"/>
              </a:rPr>
              <a:t>If the task can acquire the semaphore, it can carry out the intended operation or access the resource. </a:t>
            </a:r>
            <a:endParaRPr b="1" sz="2000">
              <a:solidFill>
                <a:schemeClr val="dk1"/>
              </a:solidFill>
              <a:latin typeface="Arial"/>
              <a:ea typeface="Arial"/>
              <a:cs typeface="Arial"/>
              <a:sym typeface="Arial"/>
            </a:endParaRPr>
          </a:p>
          <a:p>
            <a:pPr indent="-215900" lvl="0" marL="342900" rtl="0" algn="l">
              <a:spcBef>
                <a:spcPts val="400"/>
              </a:spcBef>
              <a:spcAft>
                <a:spcPts val="0"/>
              </a:spcAft>
              <a:buClr>
                <a:srgbClr val="7F7F7F"/>
              </a:buClr>
              <a:buSzPts val="2000"/>
              <a:buNone/>
            </a:pPr>
            <a:r>
              <a:t/>
            </a:r>
            <a:endParaRPr b="1" sz="2000">
              <a:solidFill>
                <a:schemeClr val="dk1"/>
              </a:solidFill>
              <a:latin typeface="Arial"/>
              <a:ea typeface="Arial"/>
              <a:cs typeface="Arial"/>
              <a:sym typeface="Arial"/>
            </a:endParaRPr>
          </a:p>
          <a:p>
            <a:pPr indent="-215900" lvl="0" marL="342900" rtl="0" algn="l">
              <a:spcBef>
                <a:spcPts val="400"/>
              </a:spcBef>
              <a:spcAft>
                <a:spcPts val="0"/>
              </a:spcAft>
              <a:buClr>
                <a:srgbClr val="7F7F7F"/>
              </a:buClr>
              <a:buSzPts val="2000"/>
              <a:buNone/>
            </a:pPr>
            <a:r>
              <a:t/>
            </a:r>
            <a:endParaRPr b="1" sz="2000">
              <a:solidFill>
                <a:schemeClr val="dk1"/>
              </a:solidFill>
              <a:latin typeface="Arial"/>
              <a:ea typeface="Arial"/>
              <a:cs typeface="Arial"/>
              <a:sym typeface="Arial"/>
            </a:endParaRPr>
          </a:p>
          <a:p>
            <a:pPr indent="-342900" lvl="0" marL="342900" rtl="0" algn="l">
              <a:spcBef>
                <a:spcPts val="400"/>
              </a:spcBef>
              <a:spcAft>
                <a:spcPts val="0"/>
              </a:spcAft>
              <a:buClr>
                <a:schemeClr val="dk1"/>
              </a:buClr>
              <a:buSzPts val="2000"/>
              <a:buChar char="•"/>
            </a:pPr>
            <a:r>
              <a:rPr b="1" lang="en-US" sz="2000">
                <a:solidFill>
                  <a:schemeClr val="dk1"/>
                </a:solidFill>
                <a:latin typeface="Arial"/>
                <a:ea typeface="Arial"/>
                <a:cs typeface="Arial"/>
                <a:sym typeface="Arial"/>
              </a:rPr>
              <a:t>A single semaphore can be acquired a finite number of times. </a:t>
            </a:r>
            <a:endParaRPr b="1" sz="2000">
              <a:solidFill>
                <a:schemeClr val="dk1"/>
              </a:solidFill>
              <a:latin typeface="Arial"/>
              <a:ea typeface="Arial"/>
              <a:cs typeface="Arial"/>
              <a:sym typeface="Arial"/>
            </a:endParaRPr>
          </a:p>
          <a:p>
            <a:pPr indent="-215900" lvl="0" marL="342900" rtl="0" algn="l">
              <a:spcBef>
                <a:spcPts val="400"/>
              </a:spcBef>
              <a:spcAft>
                <a:spcPts val="0"/>
              </a:spcAft>
              <a:buClr>
                <a:srgbClr val="7F7F7F"/>
              </a:buClr>
              <a:buSzPts val="2000"/>
              <a:buNone/>
            </a:pPr>
            <a:r>
              <a:t/>
            </a:r>
            <a:endParaRPr b="1" sz="20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6"/>
          <p:cNvSpPr txBox="1"/>
          <p:nvPr>
            <p:ph type="title"/>
          </p:nvPr>
        </p:nvSpPr>
        <p:spPr>
          <a:xfrm>
            <a:off x="457200" y="-27709"/>
            <a:ext cx="8229600" cy="1323109"/>
          </a:xfrm>
          <a:prstGeom prst="rect">
            <a:avLst/>
          </a:prstGeom>
          <a:noFill/>
          <a:ln>
            <a:noFill/>
          </a:ln>
        </p:spPr>
        <p:txBody>
          <a:bodyPr anchorCtr="0" anchor="b" bIns="45700" lIns="91425" spcFirstLastPara="1" rIns="91425" wrap="square" tIns="45700">
            <a:noAutofit/>
          </a:bodyPr>
          <a:lstStyle/>
          <a:p>
            <a:pPr indent="0" lvl="0" marL="0" rtl="0" algn="ctr">
              <a:lnSpc>
                <a:spcPct val="107407"/>
              </a:lnSpc>
              <a:spcBef>
                <a:spcPts val="0"/>
              </a:spcBef>
              <a:spcAft>
                <a:spcPts val="0"/>
              </a:spcAft>
              <a:buClr>
                <a:schemeClr val="dk2"/>
              </a:buClr>
              <a:buSzPts val="5400"/>
              <a:buFont typeface="Palatino Linotype"/>
              <a:buNone/>
            </a:pPr>
            <a:r>
              <a:rPr lang="en-US"/>
              <a:t>Semaphore </a:t>
            </a:r>
            <a:r>
              <a:rPr lang="en-US" sz="1600"/>
              <a:t>(general) </a:t>
            </a:r>
            <a:r>
              <a:rPr lang="en-US"/>
              <a:t>Cont.</a:t>
            </a:r>
            <a:endParaRPr/>
          </a:p>
        </p:txBody>
      </p:sp>
      <p:sp>
        <p:nvSpPr>
          <p:cNvPr id="121" name="Google Shape;121;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215900" lvl="0" marL="342900" rtl="0" algn="l">
              <a:spcBef>
                <a:spcPts val="0"/>
              </a:spcBef>
              <a:spcAft>
                <a:spcPts val="0"/>
              </a:spcAft>
              <a:buClr>
                <a:srgbClr val="7F7F7F"/>
              </a:buClr>
              <a:buSzPts val="2000"/>
              <a:buNone/>
            </a:pPr>
            <a:r>
              <a:t/>
            </a:r>
            <a:endParaRPr sz="2000">
              <a:solidFill>
                <a:schemeClr val="dk1"/>
              </a:solidFill>
              <a:latin typeface="Arial"/>
              <a:ea typeface="Arial"/>
              <a:cs typeface="Arial"/>
              <a:sym typeface="Arial"/>
            </a:endParaRPr>
          </a:p>
          <a:p>
            <a:pPr indent="-342900" lvl="0" marL="342900" rtl="0" algn="l">
              <a:spcBef>
                <a:spcPts val="400"/>
              </a:spcBef>
              <a:spcAft>
                <a:spcPts val="0"/>
              </a:spcAft>
              <a:buClr>
                <a:schemeClr val="dk1"/>
              </a:buClr>
              <a:buSzPts val="2000"/>
              <a:buChar char="•"/>
            </a:pPr>
            <a:r>
              <a:rPr lang="en-US" sz="2000">
                <a:solidFill>
                  <a:schemeClr val="dk1"/>
                </a:solidFill>
                <a:latin typeface="Arial"/>
                <a:ea typeface="Arial"/>
                <a:cs typeface="Arial"/>
                <a:sym typeface="Arial"/>
              </a:rPr>
              <a:t>A requesting task, therefore, cannot acquire the semaphore, and the </a:t>
            </a:r>
            <a:r>
              <a:rPr b="1" lang="en-US" sz="2000">
                <a:solidFill>
                  <a:schemeClr val="dk1"/>
                </a:solidFill>
                <a:latin typeface="Arial"/>
                <a:ea typeface="Arial"/>
                <a:cs typeface="Arial"/>
                <a:sym typeface="Arial"/>
              </a:rPr>
              <a:t>task blocks </a:t>
            </a:r>
            <a:r>
              <a:rPr lang="en-US" sz="2000">
                <a:solidFill>
                  <a:schemeClr val="dk1"/>
                </a:solidFill>
                <a:latin typeface="Arial"/>
                <a:ea typeface="Arial"/>
                <a:cs typeface="Arial"/>
                <a:sym typeface="Arial"/>
              </a:rPr>
              <a:t>if it chooses to wait for the semaphore to become available. </a:t>
            </a:r>
            <a:endParaRPr sz="2000">
              <a:solidFill>
                <a:schemeClr val="dk1"/>
              </a:solidFill>
              <a:latin typeface="Arial"/>
              <a:ea typeface="Arial"/>
              <a:cs typeface="Arial"/>
              <a:sym typeface="Arial"/>
            </a:endParaRPr>
          </a:p>
          <a:p>
            <a:pPr indent="-215900" lvl="0" marL="342900" rtl="0" algn="l">
              <a:spcBef>
                <a:spcPts val="400"/>
              </a:spcBef>
              <a:spcAft>
                <a:spcPts val="0"/>
              </a:spcAft>
              <a:buClr>
                <a:srgbClr val="7F7F7F"/>
              </a:buClr>
              <a:buSzPts val="2000"/>
              <a:buNone/>
            </a:pPr>
            <a:r>
              <a:t/>
            </a:r>
            <a:endParaRPr b="1" sz="2000">
              <a:solidFill>
                <a:schemeClr val="dk1"/>
              </a:solidFill>
              <a:latin typeface="Arial"/>
              <a:ea typeface="Arial"/>
              <a:cs typeface="Arial"/>
              <a:sym typeface="Arial"/>
            </a:endParaRPr>
          </a:p>
          <a:p>
            <a:pPr indent="-215900" lvl="0" marL="342900" rtl="0" algn="l">
              <a:spcBef>
                <a:spcPts val="400"/>
              </a:spcBef>
              <a:spcAft>
                <a:spcPts val="0"/>
              </a:spcAft>
              <a:buClr>
                <a:srgbClr val="7F7F7F"/>
              </a:buClr>
              <a:buSzPts val="2000"/>
              <a:buNone/>
            </a:pPr>
            <a:r>
              <a:t/>
            </a:r>
            <a:endParaRPr b="1" sz="2000">
              <a:solidFill>
                <a:schemeClr val="dk1"/>
              </a:solidFill>
              <a:latin typeface="Arial"/>
              <a:ea typeface="Arial"/>
              <a:cs typeface="Arial"/>
              <a:sym typeface="Arial"/>
            </a:endParaRPr>
          </a:p>
          <a:p>
            <a:pPr indent="-342900" lvl="0" marL="342900" rtl="0" algn="l">
              <a:spcBef>
                <a:spcPts val="400"/>
              </a:spcBef>
              <a:spcAft>
                <a:spcPts val="0"/>
              </a:spcAft>
              <a:buClr>
                <a:schemeClr val="dk1"/>
              </a:buClr>
              <a:buSzPts val="2000"/>
              <a:buChar char="•"/>
            </a:pPr>
            <a:r>
              <a:rPr lang="en-US" sz="2000">
                <a:solidFill>
                  <a:schemeClr val="dk1"/>
                </a:solidFill>
                <a:latin typeface="Arial"/>
                <a:ea typeface="Arial"/>
                <a:cs typeface="Arial"/>
                <a:sym typeface="Arial"/>
              </a:rPr>
              <a:t>The </a:t>
            </a:r>
            <a:r>
              <a:rPr b="1" lang="en-US" sz="2000">
                <a:solidFill>
                  <a:schemeClr val="dk1"/>
                </a:solidFill>
                <a:latin typeface="Arial"/>
                <a:ea typeface="Arial"/>
                <a:cs typeface="Arial"/>
                <a:sym typeface="Arial"/>
              </a:rPr>
              <a:t>task-waiting list </a:t>
            </a:r>
            <a:r>
              <a:rPr lang="en-US" sz="2000">
                <a:solidFill>
                  <a:schemeClr val="dk1"/>
                </a:solidFill>
                <a:latin typeface="Arial"/>
                <a:ea typeface="Arial"/>
                <a:cs typeface="Arial"/>
                <a:sym typeface="Arial"/>
              </a:rPr>
              <a:t>tracks all tasks blocked while waiting on an unavailable semaphore. </a:t>
            </a:r>
            <a:endParaRPr/>
          </a:p>
          <a:p>
            <a:pPr indent="-215900" lvl="0" marL="342900" rtl="0" algn="l">
              <a:spcBef>
                <a:spcPts val="400"/>
              </a:spcBef>
              <a:spcAft>
                <a:spcPts val="0"/>
              </a:spcAft>
              <a:buClr>
                <a:srgbClr val="7F7F7F"/>
              </a:buClr>
              <a:buSzPts val="2000"/>
              <a:buNone/>
            </a:pPr>
            <a:r>
              <a:t/>
            </a:r>
            <a:endParaRPr b="1" sz="2000">
              <a:solidFill>
                <a:schemeClr val="dk1"/>
              </a:solidFill>
              <a:latin typeface="Arial"/>
              <a:ea typeface="Arial"/>
              <a:cs typeface="Arial"/>
              <a:sym typeface="Arial"/>
            </a:endParaRPr>
          </a:p>
          <a:p>
            <a:pPr indent="-215900" lvl="0" marL="342900" rtl="0" algn="l">
              <a:spcBef>
                <a:spcPts val="400"/>
              </a:spcBef>
              <a:spcAft>
                <a:spcPts val="0"/>
              </a:spcAft>
              <a:buClr>
                <a:srgbClr val="7F7F7F"/>
              </a:buClr>
              <a:buSzPts val="2000"/>
              <a:buNone/>
            </a:pPr>
            <a:r>
              <a:t/>
            </a:r>
            <a:endParaRPr b="1" sz="2000">
              <a:solidFill>
                <a:schemeClr val="dk1"/>
              </a:solidFill>
              <a:latin typeface="Arial"/>
              <a:ea typeface="Arial"/>
              <a:cs typeface="Arial"/>
              <a:sym typeface="Arial"/>
            </a:endParaRPr>
          </a:p>
          <a:p>
            <a:pPr indent="-342900" lvl="0" marL="342900" rtl="0" algn="l">
              <a:spcBef>
                <a:spcPts val="400"/>
              </a:spcBef>
              <a:spcAft>
                <a:spcPts val="0"/>
              </a:spcAft>
              <a:buClr>
                <a:schemeClr val="dk1"/>
              </a:buClr>
              <a:buSzPts val="2000"/>
              <a:buChar char="•"/>
            </a:pPr>
            <a:r>
              <a:rPr lang="en-US" sz="2000">
                <a:solidFill>
                  <a:schemeClr val="dk1"/>
                </a:solidFill>
                <a:latin typeface="Arial"/>
                <a:ea typeface="Arial"/>
                <a:cs typeface="Arial"/>
                <a:sym typeface="Arial"/>
              </a:rPr>
              <a:t>When an unavailable semaphore </a:t>
            </a:r>
            <a:r>
              <a:rPr b="1" lang="en-US" sz="2000">
                <a:solidFill>
                  <a:schemeClr val="dk1"/>
                </a:solidFill>
                <a:latin typeface="Arial"/>
                <a:ea typeface="Arial"/>
                <a:cs typeface="Arial"/>
                <a:sym typeface="Arial"/>
              </a:rPr>
              <a:t>becomes available</a:t>
            </a:r>
            <a:r>
              <a:rPr lang="en-US" sz="2000">
                <a:solidFill>
                  <a:schemeClr val="dk1"/>
                </a:solidFill>
                <a:latin typeface="Arial"/>
                <a:ea typeface="Arial"/>
                <a:cs typeface="Arial"/>
                <a:sym typeface="Arial"/>
              </a:rPr>
              <a:t>, the kernel allows the first task in the task-waiting list to acquire it.</a:t>
            </a:r>
            <a:endParaRPr sz="20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7"/>
          <p:cNvSpPr txBox="1"/>
          <p:nvPr>
            <p:ph type="title"/>
          </p:nvPr>
        </p:nvSpPr>
        <p:spPr>
          <a:xfrm>
            <a:off x="457200" y="-27709"/>
            <a:ext cx="8229600" cy="1323109"/>
          </a:xfrm>
          <a:prstGeom prst="rect">
            <a:avLst/>
          </a:prstGeom>
          <a:noFill/>
          <a:ln>
            <a:noFill/>
          </a:ln>
        </p:spPr>
        <p:txBody>
          <a:bodyPr anchorCtr="0" anchor="b" bIns="45700" lIns="91425" spcFirstLastPara="1" rIns="91425" wrap="square" tIns="45700">
            <a:noAutofit/>
          </a:bodyPr>
          <a:lstStyle/>
          <a:p>
            <a:pPr indent="0" lvl="0" marL="0" rtl="0" algn="ctr">
              <a:lnSpc>
                <a:spcPct val="107407"/>
              </a:lnSpc>
              <a:spcBef>
                <a:spcPts val="0"/>
              </a:spcBef>
              <a:spcAft>
                <a:spcPts val="0"/>
              </a:spcAft>
              <a:buClr>
                <a:schemeClr val="dk2"/>
              </a:buClr>
              <a:buSzPts val="5400"/>
              <a:buFont typeface="Palatino Linotype"/>
              <a:buNone/>
            </a:pPr>
            <a:r>
              <a:rPr lang="en-US"/>
              <a:t>Semaphore </a:t>
            </a:r>
            <a:r>
              <a:rPr lang="en-US" sz="1600"/>
              <a:t>(general) </a:t>
            </a:r>
            <a:r>
              <a:rPr lang="en-US"/>
              <a:t>Cont.</a:t>
            </a:r>
            <a:endParaRPr/>
          </a:p>
        </p:txBody>
      </p:sp>
      <p:sp>
        <p:nvSpPr>
          <p:cNvPr id="127" name="Google Shape;127;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215900" lvl="0" marL="342900" rtl="0" algn="l">
              <a:spcBef>
                <a:spcPts val="0"/>
              </a:spcBef>
              <a:spcAft>
                <a:spcPts val="0"/>
              </a:spcAft>
              <a:buClr>
                <a:srgbClr val="7F7F7F"/>
              </a:buClr>
              <a:buSzPts val="2000"/>
              <a:buNone/>
            </a:pPr>
            <a:r>
              <a:t/>
            </a:r>
            <a:endParaRPr b="1" sz="2000">
              <a:solidFill>
                <a:schemeClr val="dk1"/>
              </a:solidFill>
              <a:latin typeface="Arial"/>
              <a:ea typeface="Arial"/>
              <a:cs typeface="Arial"/>
              <a:sym typeface="Arial"/>
            </a:endParaRPr>
          </a:p>
          <a:p>
            <a:pPr indent="-342900" lvl="0" marL="342900" rtl="0" algn="l">
              <a:spcBef>
                <a:spcPts val="400"/>
              </a:spcBef>
              <a:spcAft>
                <a:spcPts val="0"/>
              </a:spcAft>
              <a:buClr>
                <a:schemeClr val="dk1"/>
              </a:buClr>
              <a:buSzPts val="2000"/>
              <a:buChar char="•"/>
            </a:pPr>
            <a:r>
              <a:rPr lang="en-US" sz="2000">
                <a:solidFill>
                  <a:schemeClr val="dk1"/>
                </a:solidFill>
                <a:latin typeface="Arial"/>
                <a:ea typeface="Arial"/>
                <a:cs typeface="Arial"/>
                <a:sym typeface="Arial"/>
              </a:rPr>
              <a:t>The kernel moves this unblocked task either to the running state, if it is the highest priority task, or to the ready state, until it becomes the highest priority task and is able to run. </a:t>
            </a:r>
            <a:endParaRPr sz="2000">
              <a:solidFill>
                <a:schemeClr val="dk1"/>
              </a:solidFill>
              <a:latin typeface="Arial"/>
              <a:ea typeface="Arial"/>
              <a:cs typeface="Arial"/>
              <a:sym typeface="Arial"/>
            </a:endParaRPr>
          </a:p>
          <a:p>
            <a:pPr indent="-215900" lvl="0" marL="342900" rtl="0" algn="l">
              <a:spcBef>
                <a:spcPts val="400"/>
              </a:spcBef>
              <a:spcAft>
                <a:spcPts val="0"/>
              </a:spcAft>
              <a:buClr>
                <a:srgbClr val="7F7F7F"/>
              </a:buClr>
              <a:buSzPts val="2000"/>
              <a:buNone/>
            </a:pPr>
            <a:r>
              <a:t/>
            </a:r>
            <a:endParaRPr sz="2000">
              <a:solidFill>
                <a:schemeClr val="dk1"/>
              </a:solidFill>
              <a:latin typeface="Arial"/>
              <a:ea typeface="Arial"/>
              <a:cs typeface="Arial"/>
              <a:sym typeface="Arial"/>
            </a:endParaRPr>
          </a:p>
          <a:p>
            <a:pPr indent="-215900" lvl="0" marL="342900" rtl="0" algn="l">
              <a:spcBef>
                <a:spcPts val="400"/>
              </a:spcBef>
              <a:spcAft>
                <a:spcPts val="0"/>
              </a:spcAft>
              <a:buClr>
                <a:srgbClr val="7F7F7F"/>
              </a:buClr>
              <a:buSzPts val="2000"/>
              <a:buNone/>
            </a:pPr>
            <a:r>
              <a:t/>
            </a:r>
            <a:endParaRPr sz="2000">
              <a:solidFill>
                <a:schemeClr val="dk1"/>
              </a:solidFill>
              <a:latin typeface="Arial"/>
              <a:ea typeface="Arial"/>
              <a:cs typeface="Arial"/>
              <a:sym typeface="Arial"/>
            </a:endParaRPr>
          </a:p>
          <a:p>
            <a:pPr indent="-215900" lvl="0" marL="342900" rtl="0" algn="l">
              <a:spcBef>
                <a:spcPts val="400"/>
              </a:spcBef>
              <a:spcAft>
                <a:spcPts val="0"/>
              </a:spcAft>
              <a:buClr>
                <a:srgbClr val="7F7F7F"/>
              </a:buClr>
              <a:buSzPts val="2000"/>
              <a:buNone/>
            </a:pPr>
            <a:r>
              <a:t/>
            </a:r>
            <a:endParaRPr sz="2000">
              <a:solidFill>
                <a:schemeClr val="dk1"/>
              </a:solidFill>
              <a:latin typeface="Arial"/>
              <a:ea typeface="Arial"/>
              <a:cs typeface="Arial"/>
              <a:sym typeface="Arial"/>
            </a:endParaRPr>
          </a:p>
          <a:p>
            <a:pPr indent="-342900" lvl="0" marL="342900" rtl="0" algn="l">
              <a:spcBef>
                <a:spcPts val="400"/>
              </a:spcBef>
              <a:spcAft>
                <a:spcPts val="0"/>
              </a:spcAft>
              <a:buClr>
                <a:schemeClr val="dk1"/>
              </a:buClr>
              <a:buSzPts val="2000"/>
              <a:buChar char="•"/>
            </a:pPr>
            <a:r>
              <a:rPr lang="en-US" sz="2000">
                <a:solidFill>
                  <a:schemeClr val="dk1"/>
                </a:solidFill>
                <a:latin typeface="Arial"/>
                <a:ea typeface="Arial"/>
                <a:cs typeface="Arial"/>
                <a:sym typeface="Arial"/>
              </a:rPr>
              <a:t>A kernel can support many different types of semaphores, including binary, counting, and mutual-exclusion (mutex) semaphores.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9"/>
          <p:cNvSpPr txBox="1"/>
          <p:nvPr>
            <p:ph type="title"/>
          </p:nvPr>
        </p:nvSpPr>
        <p:spPr>
          <a:xfrm>
            <a:off x="457200" y="-27709"/>
            <a:ext cx="8229600" cy="1475509"/>
          </a:xfrm>
          <a:prstGeom prst="rect">
            <a:avLst/>
          </a:prstGeom>
          <a:noFill/>
          <a:ln>
            <a:noFill/>
          </a:ln>
        </p:spPr>
        <p:txBody>
          <a:bodyPr anchorCtr="0" anchor="b" bIns="45700" lIns="91425" spcFirstLastPara="1" rIns="91425" wrap="square" tIns="45700">
            <a:noAutofit/>
          </a:bodyPr>
          <a:lstStyle/>
          <a:p>
            <a:pPr indent="0" lvl="0" marL="0" rtl="0" algn="ctr">
              <a:lnSpc>
                <a:spcPct val="120833"/>
              </a:lnSpc>
              <a:spcBef>
                <a:spcPts val="0"/>
              </a:spcBef>
              <a:spcAft>
                <a:spcPts val="0"/>
              </a:spcAft>
              <a:buClr>
                <a:schemeClr val="dk2"/>
              </a:buClr>
              <a:buSzPts val="4800"/>
              <a:buFont typeface="Palatino Linotype"/>
              <a:buNone/>
            </a:pPr>
            <a:r>
              <a:rPr lang="en-US" sz="4800"/>
              <a:t>Binary Semaphores</a:t>
            </a:r>
            <a:br>
              <a:rPr lang="en-US" sz="4800"/>
            </a:br>
            <a:r>
              <a:rPr lang="en-US" sz="4800"/>
              <a:t>FreeRTOS APIs</a:t>
            </a:r>
            <a:endParaRPr sz="4800"/>
          </a:p>
        </p:txBody>
      </p:sp>
      <p:sp>
        <p:nvSpPr>
          <p:cNvPr id="133" name="Google Shape;133;p9"/>
          <p:cNvSpPr txBox="1"/>
          <p:nvPr>
            <p:ph idx="1" type="body"/>
          </p:nvPr>
        </p:nvSpPr>
        <p:spPr>
          <a:xfrm>
            <a:off x="0" y="1524000"/>
            <a:ext cx="9067800" cy="53340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C0C0C"/>
              </a:buClr>
              <a:buSzPts val="2000"/>
              <a:buChar char="•"/>
            </a:pPr>
            <a:r>
              <a:rPr b="1" lang="en-US" sz="2000">
                <a:solidFill>
                  <a:srgbClr val="0C0C0C"/>
                </a:solidFill>
                <a:latin typeface="Arial"/>
                <a:ea typeface="Arial"/>
                <a:cs typeface="Arial"/>
                <a:sym typeface="Arial"/>
              </a:rPr>
              <a:t>To create binary semaphore:</a:t>
            </a:r>
            <a:endParaRPr/>
          </a:p>
          <a:p>
            <a:pPr indent="-285750" lvl="1" marL="742950" rtl="0" algn="l">
              <a:spcBef>
                <a:spcPts val="360"/>
              </a:spcBef>
              <a:spcAft>
                <a:spcPts val="0"/>
              </a:spcAft>
              <a:buClr>
                <a:srgbClr val="6F95D2"/>
              </a:buClr>
              <a:buSzPts val="1800"/>
              <a:buChar char="o"/>
            </a:pPr>
            <a:r>
              <a:rPr b="1" lang="en-US" sz="1800">
                <a:solidFill>
                  <a:srgbClr val="6F95D2"/>
                </a:solidFill>
                <a:latin typeface="Arial"/>
                <a:ea typeface="Arial"/>
                <a:cs typeface="Arial"/>
                <a:sym typeface="Arial"/>
              </a:rPr>
              <a:t>SemaphoreHandle_t </a:t>
            </a:r>
            <a:r>
              <a:rPr b="1" lang="en-US" sz="1800">
                <a:solidFill>
                  <a:schemeClr val="dk1"/>
                </a:solidFill>
                <a:latin typeface="Arial"/>
                <a:ea typeface="Arial"/>
                <a:cs typeface="Arial"/>
                <a:sym typeface="Arial"/>
              </a:rPr>
              <a:t>  xSemaphoreCreateBinary( </a:t>
            </a:r>
            <a:r>
              <a:rPr b="1" lang="en-US" sz="1800">
                <a:solidFill>
                  <a:srgbClr val="6F95D2"/>
                </a:solidFill>
                <a:latin typeface="Arial"/>
                <a:ea typeface="Arial"/>
                <a:cs typeface="Arial"/>
                <a:sym typeface="Arial"/>
              </a:rPr>
              <a:t>void</a:t>
            </a:r>
            <a:r>
              <a:rPr b="1" lang="en-US" sz="1800">
                <a:solidFill>
                  <a:schemeClr val="dk1"/>
                </a:solidFill>
                <a:latin typeface="Arial"/>
                <a:ea typeface="Arial"/>
                <a:cs typeface="Arial"/>
                <a:sym typeface="Arial"/>
              </a:rPr>
              <a:t> );</a:t>
            </a:r>
            <a:endParaRPr/>
          </a:p>
          <a:p>
            <a:pPr indent="-215900" lvl="0" marL="342900" rtl="0" algn="l">
              <a:spcBef>
                <a:spcPts val="400"/>
              </a:spcBef>
              <a:spcAft>
                <a:spcPts val="0"/>
              </a:spcAft>
              <a:buClr>
                <a:srgbClr val="7F7F7F"/>
              </a:buClr>
              <a:buSzPts val="2000"/>
              <a:buNone/>
            </a:pPr>
            <a:r>
              <a:t/>
            </a:r>
            <a:endParaRPr b="1" sz="2000">
              <a:solidFill>
                <a:schemeClr val="dk1"/>
              </a:solidFill>
              <a:latin typeface="Arial"/>
              <a:ea typeface="Arial"/>
              <a:cs typeface="Arial"/>
              <a:sym typeface="Arial"/>
            </a:endParaRPr>
          </a:p>
          <a:p>
            <a:pPr indent="-342900" lvl="0" marL="342900" rtl="0" algn="l">
              <a:lnSpc>
                <a:spcPct val="150000"/>
              </a:lnSpc>
              <a:spcBef>
                <a:spcPts val="400"/>
              </a:spcBef>
              <a:spcAft>
                <a:spcPts val="0"/>
              </a:spcAft>
              <a:buClr>
                <a:srgbClr val="0C0C0C"/>
              </a:buClr>
              <a:buSzPts val="2000"/>
              <a:buChar char="•"/>
            </a:pPr>
            <a:r>
              <a:rPr b="1" lang="en-US" sz="2000">
                <a:solidFill>
                  <a:srgbClr val="0C0C0C"/>
                </a:solidFill>
                <a:latin typeface="Arial"/>
                <a:ea typeface="Arial"/>
                <a:cs typeface="Arial"/>
                <a:sym typeface="Arial"/>
              </a:rPr>
              <a:t>To obtain ‘take’ the semaphore (must not be used from an ISR):</a:t>
            </a:r>
            <a:endParaRPr b="1" sz="2000">
              <a:solidFill>
                <a:srgbClr val="0C0C0C"/>
              </a:solidFill>
              <a:latin typeface="Arial"/>
              <a:ea typeface="Arial"/>
              <a:cs typeface="Arial"/>
              <a:sym typeface="Arial"/>
            </a:endParaRPr>
          </a:p>
          <a:p>
            <a:pPr indent="-285750" lvl="1" marL="685800" rtl="0" algn="l">
              <a:spcBef>
                <a:spcPts val="360"/>
              </a:spcBef>
              <a:spcAft>
                <a:spcPts val="0"/>
              </a:spcAft>
              <a:buClr>
                <a:srgbClr val="6F95D2"/>
              </a:buClr>
              <a:buSzPts val="1800"/>
              <a:buChar char="o"/>
            </a:pPr>
            <a:r>
              <a:rPr b="1" lang="en-US" sz="1800">
                <a:solidFill>
                  <a:srgbClr val="6F95D2"/>
                </a:solidFill>
                <a:latin typeface="Arial"/>
                <a:ea typeface="Arial"/>
                <a:cs typeface="Arial"/>
                <a:sym typeface="Arial"/>
              </a:rPr>
              <a:t>BaseType_t</a:t>
            </a:r>
            <a:r>
              <a:rPr b="1" lang="en-US" sz="1800">
                <a:solidFill>
                  <a:schemeClr val="dk1"/>
                </a:solidFill>
                <a:latin typeface="Arial"/>
                <a:ea typeface="Arial"/>
                <a:cs typeface="Arial"/>
                <a:sym typeface="Arial"/>
              </a:rPr>
              <a:t> xSemaphoreTake( </a:t>
            </a:r>
            <a:r>
              <a:rPr b="1" lang="en-US" sz="1800">
                <a:solidFill>
                  <a:srgbClr val="6F95D2"/>
                </a:solidFill>
                <a:latin typeface="Arial"/>
                <a:ea typeface="Arial"/>
                <a:cs typeface="Arial"/>
                <a:sym typeface="Arial"/>
              </a:rPr>
              <a:t>SemaphoreHandle_t</a:t>
            </a:r>
            <a:r>
              <a:rPr b="1" lang="en-US" sz="1800">
                <a:solidFill>
                  <a:schemeClr val="dk1"/>
                </a:solidFill>
                <a:latin typeface="Arial"/>
                <a:ea typeface="Arial"/>
                <a:cs typeface="Arial"/>
                <a:sym typeface="Arial"/>
              </a:rPr>
              <a:t> xSemaphore, </a:t>
            </a:r>
            <a:r>
              <a:rPr b="1" lang="en-US" sz="1800">
                <a:solidFill>
                  <a:srgbClr val="6F95D2"/>
                </a:solidFill>
                <a:latin typeface="Arial"/>
                <a:ea typeface="Arial"/>
                <a:cs typeface="Arial"/>
                <a:sym typeface="Arial"/>
              </a:rPr>
              <a:t>TickType_t</a:t>
            </a:r>
            <a:r>
              <a:rPr b="1" lang="en-US" sz="1800">
                <a:solidFill>
                  <a:schemeClr val="dk1"/>
                </a:solidFill>
                <a:latin typeface="Arial"/>
                <a:ea typeface="Arial"/>
                <a:cs typeface="Arial"/>
                <a:sym typeface="Arial"/>
              </a:rPr>
              <a:t> xTicksToWait );</a:t>
            </a:r>
            <a:endParaRPr/>
          </a:p>
          <a:p>
            <a:pPr indent="-228600" lvl="2" marL="1085850" rtl="0" algn="l">
              <a:spcBef>
                <a:spcPts val="360"/>
              </a:spcBef>
              <a:spcAft>
                <a:spcPts val="0"/>
              </a:spcAft>
              <a:buClr>
                <a:schemeClr val="dk1"/>
              </a:buClr>
              <a:buSzPts val="1800"/>
              <a:buChar char="•"/>
            </a:pPr>
            <a:r>
              <a:rPr b="1" lang="en-US" sz="1800">
                <a:solidFill>
                  <a:schemeClr val="dk1"/>
                </a:solidFill>
                <a:latin typeface="Arial"/>
                <a:ea typeface="Arial"/>
                <a:cs typeface="Arial"/>
                <a:sym typeface="Arial"/>
              </a:rPr>
              <a:t>Return </a:t>
            </a:r>
            <a:r>
              <a:rPr b="1" lang="en-US" sz="1800">
                <a:solidFill>
                  <a:srgbClr val="92D050"/>
                </a:solidFill>
                <a:latin typeface="Arial"/>
                <a:ea typeface="Arial"/>
                <a:cs typeface="Arial"/>
                <a:sym typeface="Arial"/>
              </a:rPr>
              <a:t>pdPASS</a:t>
            </a:r>
            <a:r>
              <a:rPr b="1" lang="en-US" sz="1800">
                <a:solidFill>
                  <a:schemeClr val="dk1"/>
                </a:solidFill>
                <a:latin typeface="Arial"/>
                <a:ea typeface="Arial"/>
                <a:cs typeface="Arial"/>
                <a:sym typeface="Arial"/>
              </a:rPr>
              <a:t> or </a:t>
            </a:r>
            <a:r>
              <a:rPr b="1" lang="en-US" sz="1800">
                <a:solidFill>
                  <a:srgbClr val="FF0000"/>
                </a:solidFill>
                <a:latin typeface="Arial"/>
                <a:ea typeface="Arial"/>
                <a:cs typeface="Arial"/>
                <a:sym typeface="Arial"/>
              </a:rPr>
              <a:t>pdFALSE</a:t>
            </a:r>
            <a:r>
              <a:rPr b="1" lang="en-US" sz="1400">
                <a:solidFill>
                  <a:srgbClr val="FF0000"/>
                </a:solidFill>
                <a:latin typeface="Arial"/>
                <a:ea typeface="Arial"/>
                <a:cs typeface="Arial"/>
                <a:sym typeface="Arial"/>
              </a:rPr>
              <a:t>(</a:t>
            </a:r>
            <a:r>
              <a:rPr b="1" lang="en-US" sz="1400">
                <a:solidFill>
                  <a:schemeClr val="dk1"/>
                </a:solidFill>
                <a:latin typeface="Arial"/>
                <a:ea typeface="Arial"/>
                <a:cs typeface="Arial"/>
                <a:sym typeface="Arial"/>
              </a:rPr>
              <a:t>xTicksToWait in Blocked State</a:t>
            </a:r>
            <a:r>
              <a:rPr b="1" lang="en-US" sz="1400">
                <a:solidFill>
                  <a:srgbClr val="FF0000"/>
                </a:solidFill>
                <a:latin typeface="Arial"/>
                <a:ea typeface="Arial"/>
                <a:cs typeface="Arial"/>
                <a:sym typeface="Arial"/>
              </a:rPr>
              <a:t>)</a:t>
            </a:r>
            <a:r>
              <a:rPr b="1" lang="en-US" sz="1400">
                <a:solidFill>
                  <a:schemeClr val="dk1"/>
                </a:solidFill>
                <a:latin typeface="Arial"/>
                <a:ea typeface="Arial"/>
                <a:cs typeface="Arial"/>
                <a:sym typeface="Arial"/>
              </a:rPr>
              <a:t>.</a:t>
            </a:r>
            <a:endParaRPr/>
          </a:p>
          <a:p>
            <a:pPr indent="-139700" lvl="2" marL="1085850" rtl="0" algn="l">
              <a:spcBef>
                <a:spcPts val="280"/>
              </a:spcBef>
              <a:spcAft>
                <a:spcPts val="0"/>
              </a:spcAft>
              <a:buClr>
                <a:srgbClr val="7F7F7F"/>
              </a:buClr>
              <a:buSzPts val="1400"/>
              <a:buNone/>
            </a:pPr>
            <a:r>
              <a:t/>
            </a:r>
            <a:endParaRPr b="1" sz="1400">
              <a:solidFill>
                <a:schemeClr val="dk1"/>
              </a:solidFill>
              <a:latin typeface="Arial"/>
              <a:ea typeface="Arial"/>
              <a:cs typeface="Arial"/>
              <a:sym typeface="Arial"/>
            </a:endParaRPr>
          </a:p>
          <a:p>
            <a:pPr indent="-285750" lvl="0" marL="285750" rtl="0" algn="l">
              <a:spcBef>
                <a:spcPts val="400"/>
              </a:spcBef>
              <a:spcAft>
                <a:spcPts val="0"/>
              </a:spcAft>
              <a:buClr>
                <a:srgbClr val="0C0C0C"/>
              </a:buClr>
              <a:buSzPts val="2000"/>
              <a:buChar char="•"/>
            </a:pPr>
            <a:r>
              <a:rPr b="1" lang="en-US" sz="2000">
                <a:solidFill>
                  <a:srgbClr val="0C0C0C"/>
                </a:solidFill>
                <a:latin typeface="Arial"/>
                <a:ea typeface="Arial"/>
                <a:cs typeface="Arial"/>
                <a:sym typeface="Arial"/>
              </a:rPr>
              <a:t>To release ‘give’ the semaphore:</a:t>
            </a:r>
            <a:endParaRPr/>
          </a:p>
          <a:p>
            <a:pPr indent="-285750" lvl="1" marL="685800" rtl="0" algn="l">
              <a:spcBef>
                <a:spcPts val="360"/>
              </a:spcBef>
              <a:spcAft>
                <a:spcPts val="0"/>
              </a:spcAft>
              <a:buClr>
                <a:srgbClr val="6F95D2"/>
              </a:buClr>
              <a:buSzPts val="1800"/>
              <a:buChar char="o"/>
            </a:pPr>
            <a:r>
              <a:rPr b="1" lang="en-US" sz="1800">
                <a:solidFill>
                  <a:srgbClr val="6F95D2"/>
                </a:solidFill>
                <a:latin typeface="Arial"/>
                <a:ea typeface="Arial"/>
                <a:cs typeface="Arial"/>
                <a:sym typeface="Arial"/>
              </a:rPr>
              <a:t>BaseType_t</a:t>
            </a:r>
            <a:r>
              <a:rPr b="1" lang="en-US" sz="1800">
                <a:solidFill>
                  <a:schemeClr val="dk1"/>
                </a:solidFill>
                <a:latin typeface="Arial"/>
                <a:ea typeface="Arial"/>
                <a:cs typeface="Arial"/>
                <a:sym typeface="Arial"/>
              </a:rPr>
              <a:t> xSemaphoreGiveFromISR( </a:t>
            </a:r>
            <a:r>
              <a:rPr b="1" lang="en-US" sz="1800">
                <a:solidFill>
                  <a:srgbClr val="6F95D2"/>
                </a:solidFill>
                <a:latin typeface="Arial"/>
                <a:ea typeface="Arial"/>
                <a:cs typeface="Arial"/>
                <a:sym typeface="Arial"/>
              </a:rPr>
              <a:t>SemaphoreHandle_t</a:t>
            </a:r>
            <a:r>
              <a:rPr b="1" lang="en-US" sz="1800">
                <a:solidFill>
                  <a:schemeClr val="dk1"/>
                </a:solidFill>
                <a:latin typeface="Arial"/>
                <a:ea typeface="Arial"/>
                <a:cs typeface="Arial"/>
                <a:sym typeface="Arial"/>
              </a:rPr>
              <a:t> xSemaphore, </a:t>
            </a:r>
            <a:r>
              <a:rPr b="1" lang="en-US" sz="1800">
                <a:solidFill>
                  <a:srgbClr val="6F95D2"/>
                </a:solidFill>
                <a:latin typeface="Arial"/>
                <a:ea typeface="Arial"/>
                <a:cs typeface="Arial"/>
                <a:sym typeface="Arial"/>
              </a:rPr>
              <a:t>BaseType_t</a:t>
            </a:r>
            <a:r>
              <a:rPr b="1" lang="en-US" sz="1800">
                <a:solidFill>
                  <a:schemeClr val="dk1"/>
                </a:solidFill>
                <a:latin typeface="Arial"/>
                <a:ea typeface="Arial"/>
                <a:cs typeface="Arial"/>
                <a:sym typeface="Arial"/>
              </a:rPr>
              <a:t> </a:t>
            </a:r>
            <a:r>
              <a:rPr b="1" lang="en-US" sz="1800">
                <a:solidFill>
                  <a:srgbClr val="6F95D2"/>
                </a:solidFill>
                <a:latin typeface="Arial"/>
                <a:ea typeface="Arial"/>
                <a:cs typeface="Arial"/>
                <a:sym typeface="Arial"/>
              </a:rPr>
              <a:t>*</a:t>
            </a:r>
            <a:r>
              <a:rPr b="1" lang="en-US" sz="1800">
                <a:solidFill>
                  <a:schemeClr val="dk1"/>
                </a:solidFill>
                <a:latin typeface="Arial"/>
                <a:ea typeface="Arial"/>
                <a:cs typeface="Arial"/>
                <a:sym typeface="Arial"/>
              </a:rPr>
              <a:t>pxHigherPriorityTaskWoken );</a:t>
            </a:r>
            <a:endParaRPr/>
          </a:p>
          <a:p>
            <a:pPr indent="-171450" lvl="1" marL="685800" rtl="0" algn="l">
              <a:spcBef>
                <a:spcPts val="360"/>
              </a:spcBef>
              <a:spcAft>
                <a:spcPts val="0"/>
              </a:spcAft>
              <a:buClr>
                <a:srgbClr val="7F7F7F"/>
              </a:buClr>
              <a:buSzPts val="1800"/>
              <a:buNone/>
            </a:pPr>
            <a:r>
              <a:t/>
            </a:r>
            <a:endParaRPr b="1" sz="1800">
              <a:solidFill>
                <a:schemeClr val="dk1"/>
              </a:solidFill>
              <a:latin typeface="Arial"/>
              <a:ea typeface="Arial"/>
              <a:cs typeface="Arial"/>
              <a:sym typeface="Arial"/>
            </a:endParaRPr>
          </a:p>
          <a:p>
            <a:pPr indent="0" lvl="0" marL="0" rtl="0" algn="ctr">
              <a:spcBef>
                <a:spcPts val="360"/>
              </a:spcBef>
              <a:spcAft>
                <a:spcPts val="0"/>
              </a:spcAft>
              <a:buClr>
                <a:schemeClr val="dk1"/>
              </a:buClr>
              <a:buSzPts val="1800"/>
              <a:buNone/>
            </a:pPr>
            <a:r>
              <a:rPr b="1" lang="en-US" sz="1800">
                <a:solidFill>
                  <a:schemeClr val="dk1"/>
                </a:solidFill>
                <a:latin typeface="Arial"/>
                <a:ea typeface="Arial"/>
                <a:cs typeface="Arial"/>
                <a:sym typeface="Arial"/>
              </a:rPr>
              <a:t>pxHigherPriorityTaskWoken (default </a:t>
            </a:r>
            <a:r>
              <a:rPr b="1" lang="en-US" sz="1800">
                <a:solidFill>
                  <a:srgbClr val="FF0000"/>
                </a:solidFill>
                <a:latin typeface="Arial"/>
                <a:ea typeface="Arial"/>
                <a:cs typeface="Arial"/>
                <a:sym typeface="Arial"/>
              </a:rPr>
              <a:t>pdFALSE</a:t>
            </a:r>
            <a:r>
              <a:rPr b="1" lang="en-US" sz="1800">
                <a:solidFill>
                  <a:schemeClr val="dk1"/>
                </a:solidFill>
                <a:latin typeface="Arial"/>
                <a:ea typeface="Arial"/>
                <a:cs typeface="Arial"/>
                <a:sym typeface="Arial"/>
              </a:rPr>
              <a:t>) </a:t>
            </a:r>
            <a:r>
              <a:rPr lang="en-US" sz="1800">
                <a:solidFill>
                  <a:schemeClr val="dk1"/>
                </a:solidFill>
                <a:latin typeface="Arial"/>
                <a:ea typeface="Arial"/>
                <a:cs typeface="Arial"/>
                <a:sym typeface="Arial"/>
              </a:rPr>
              <a:t>internally</a:t>
            </a:r>
            <a:r>
              <a:rPr b="1" lang="en-US" sz="1800">
                <a:solidFill>
                  <a:schemeClr val="dk1"/>
                </a:solidFill>
                <a:latin typeface="Arial"/>
                <a:ea typeface="Arial"/>
                <a:cs typeface="Arial"/>
                <a:sym typeface="Arial"/>
              </a:rPr>
              <a:t> </a:t>
            </a:r>
            <a:r>
              <a:rPr lang="en-US" sz="1800">
                <a:solidFill>
                  <a:schemeClr val="dk1"/>
                </a:solidFill>
                <a:latin typeface="Arial"/>
                <a:ea typeface="Arial"/>
                <a:cs typeface="Arial"/>
                <a:sym typeface="Arial"/>
              </a:rPr>
              <a:t>set to </a:t>
            </a:r>
            <a:r>
              <a:rPr b="1" lang="en-US" sz="1800">
                <a:solidFill>
                  <a:srgbClr val="92D050"/>
                </a:solidFill>
                <a:latin typeface="Arial"/>
                <a:ea typeface="Arial"/>
                <a:cs typeface="Arial"/>
                <a:sym typeface="Arial"/>
              </a:rPr>
              <a:t>pdTRUE </a:t>
            </a:r>
            <a:r>
              <a:rPr lang="en-US" sz="1800">
                <a:solidFill>
                  <a:schemeClr val="dk1"/>
                </a:solidFill>
                <a:latin typeface="Arial"/>
                <a:ea typeface="Arial"/>
                <a:cs typeface="Arial"/>
                <a:sym typeface="Arial"/>
              </a:rPr>
              <a:t>when (unblocked task has a  priority higher than the currently executing task)</a:t>
            </a:r>
            <a:r>
              <a:rPr b="1" lang="en-US" sz="1800">
                <a:solidFill>
                  <a:schemeClr val="dk1"/>
                </a:solidFill>
                <a:latin typeface="Arial"/>
                <a:ea typeface="Arial"/>
                <a:cs typeface="Arial"/>
                <a:sym typeface="Arial"/>
              </a:rPr>
              <a:t> </a:t>
            </a:r>
            <a:r>
              <a:rPr lang="en-US" sz="1800">
                <a:solidFill>
                  <a:schemeClr val="dk1"/>
                </a:solidFill>
                <a:latin typeface="Arial"/>
                <a:ea typeface="Arial"/>
                <a:cs typeface="Arial"/>
                <a:sym typeface="Arial"/>
              </a:rPr>
              <a:t>to ensure context switch should be performed before the interrupt is exited.</a:t>
            </a:r>
            <a:endParaRPr/>
          </a:p>
          <a:p>
            <a:pPr indent="-120650" lvl="0" marL="285750" rtl="0" algn="l">
              <a:spcBef>
                <a:spcPts val="520"/>
              </a:spcBef>
              <a:spcAft>
                <a:spcPts val="0"/>
              </a:spcAft>
              <a:buClr>
                <a:srgbClr val="7F7F7F"/>
              </a:buClr>
              <a:buSzPts val="2600"/>
              <a:buNone/>
            </a:pPr>
            <a:r>
              <a:t/>
            </a:r>
            <a:endParaRPr b="1" sz="2600">
              <a:solidFill>
                <a:schemeClr val="dk1"/>
              </a:solidFill>
              <a:latin typeface="Arial"/>
              <a:ea typeface="Arial"/>
              <a:cs typeface="Arial"/>
              <a:sym typeface="Arial"/>
            </a:endParaRPr>
          </a:p>
          <a:p>
            <a:pPr indent="-133350" lvl="0" marL="285750" rtl="0" algn="l">
              <a:spcBef>
                <a:spcPts val="480"/>
              </a:spcBef>
              <a:spcAft>
                <a:spcPts val="0"/>
              </a:spcAft>
              <a:buClr>
                <a:srgbClr val="7F7F7F"/>
              </a:buClr>
              <a:buSzPts val="2400"/>
              <a:buNone/>
            </a:pPr>
            <a:r>
              <a:t/>
            </a:r>
            <a:endParaRPr b="1">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8"/>
          <p:cNvSpPr txBox="1"/>
          <p:nvPr>
            <p:ph type="title"/>
          </p:nvPr>
        </p:nvSpPr>
        <p:spPr>
          <a:xfrm>
            <a:off x="457200" y="-27709"/>
            <a:ext cx="8229600" cy="1323109"/>
          </a:xfrm>
          <a:prstGeom prst="rect">
            <a:avLst/>
          </a:prstGeom>
          <a:noFill/>
          <a:ln>
            <a:noFill/>
          </a:ln>
        </p:spPr>
        <p:txBody>
          <a:bodyPr anchorCtr="0" anchor="b" bIns="45700" lIns="91425" spcFirstLastPara="1" rIns="91425" wrap="square" tIns="45700">
            <a:noAutofit/>
          </a:bodyPr>
          <a:lstStyle/>
          <a:p>
            <a:pPr indent="0" lvl="0" marL="0" rtl="0" algn="ctr">
              <a:lnSpc>
                <a:spcPct val="107407"/>
              </a:lnSpc>
              <a:spcBef>
                <a:spcPts val="0"/>
              </a:spcBef>
              <a:spcAft>
                <a:spcPts val="0"/>
              </a:spcAft>
              <a:buClr>
                <a:schemeClr val="dk2"/>
              </a:buClr>
              <a:buSzPts val="5400"/>
              <a:buFont typeface="Palatino Linotype"/>
              <a:buNone/>
            </a:pPr>
            <a:r>
              <a:rPr lang="en-US"/>
              <a:t>Binary Semaphores </a:t>
            </a:r>
            <a:r>
              <a:rPr lang="en-US" sz="2400"/>
              <a:t>(general)</a:t>
            </a:r>
            <a:endParaRPr/>
          </a:p>
        </p:txBody>
      </p:sp>
      <p:sp>
        <p:nvSpPr>
          <p:cNvPr id="139" name="Google Shape;139;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215900" lvl="0" marL="342900" rtl="0" algn="l">
              <a:spcBef>
                <a:spcPts val="0"/>
              </a:spcBef>
              <a:spcAft>
                <a:spcPts val="0"/>
              </a:spcAft>
              <a:buClr>
                <a:srgbClr val="7F7F7F"/>
              </a:buClr>
              <a:buSzPts val="2000"/>
              <a:buNone/>
            </a:pPr>
            <a:r>
              <a:t/>
            </a:r>
            <a:endParaRPr b="1" sz="2000">
              <a:solidFill>
                <a:schemeClr val="dk1"/>
              </a:solidFill>
              <a:latin typeface="Arial"/>
              <a:ea typeface="Arial"/>
              <a:cs typeface="Arial"/>
              <a:sym typeface="Arial"/>
            </a:endParaRPr>
          </a:p>
          <a:p>
            <a:pPr indent="-342900" lvl="0" marL="342900" rtl="0" algn="l">
              <a:spcBef>
                <a:spcPts val="400"/>
              </a:spcBef>
              <a:spcAft>
                <a:spcPts val="0"/>
              </a:spcAft>
              <a:buClr>
                <a:schemeClr val="dk1"/>
              </a:buClr>
              <a:buSzPts val="2000"/>
              <a:buChar char="•"/>
            </a:pPr>
            <a:r>
              <a:rPr b="1" lang="en-US" sz="2000">
                <a:solidFill>
                  <a:schemeClr val="dk1"/>
                </a:solidFill>
                <a:latin typeface="Arial"/>
                <a:ea typeface="Arial"/>
                <a:cs typeface="Arial"/>
                <a:sym typeface="Arial"/>
              </a:rPr>
              <a:t>A binary semaphore can have a value of either 0 or 1. </a:t>
            </a:r>
            <a:endParaRPr/>
          </a:p>
        </p:txBody>
      </p:sp>
      <p:pic>
        <p:nvPicPr>
          <p:cNvPr descr="F:\faculty\freeRtos\Embedded\Freertos\Material\binarysem.jpg" id="140" name="Google Shape;140;p8"/>
          <p:cNvPicPr preferRelativeResize="0"/>
          <p:nvPr/>
        </p:nvPicPr>
        <p:blipFill rotWithShape="1">
          <a:blip r:embed="rId3">
            <a:alphaModFix/>
          </a:blip>
          <a:srcRect b="0" l="0" r="0" t="0"/>
          <a:stretch/>
        </p:blipFill>
        <p:spPr>
          <a:xfrm>
            <a:off x="1295399" y="2895600"/>
            <a:ext cx="6415561" cy="21748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0"/>
          <p:cNvSpPr txBox="1"/>
          <p:nvPr>
            <p:ph type="title"/>
          </p:nvPr>
        </p:nvSpPr>
        <p:spPr>
          <a:xfrm>
            <a:off x="457200" y="-27709"/>
            <a:ext cx="8229600" cy="1094509"/>
          </a:xfrm>
          <a:prstGeom prst="rect">
            <a:avLst/>
          </a:prstGeom>
          <a:noFill/>
          <a:ln>
            <a:noFill/>
          </a:ln>
        </p:spPr>
        <p:txBody>
          <a:bodyPr anchorCtr="0" anchor="b" bIns="45700" lIns="91425" spcFirstLastPara="1" rIns="91425" wrap="square" tIns="45700">
            <a:noAutofit/>
          </a:bodyPr>
          <a:lstStyle/>
          <a:p>
            <a:pPr indent="0" lvl="0" marL="0" rtl="0" algn="ctr">
              <a:lnSpc>
                <a:spcPct val="120833"/>
              </a:lnSpc>
              <a:spcBef>
                <a:spcPts val="0"/>
              </a:spcBef>
              <a:spcAft>
                <a:spcPts val="0"/>
              </a:spcAft>
              <a:buClr>
                <a:schemeClr val="dk2"/>
              </a:buClr>
              <a:buSzPts val="4800"/>
              <a:buFont typeface="Palatino Linotype"/>
              <a:buNone/>
            </a:pPr>
            <a:r>
              <a:rPr lang="en-US" sz="4800"/>
              <a:t>Counting Semaphore </a:t>
            </a:r>
            <a:r>
              <a:rPr lang="en-US" sz="1600"/>
              <a:t>(general)</a:t>
            </a:r>
            <a:endParaRPr sz="1600"/>
          </a:p>
        </p:txBody>
      </p:sp>
      <p:sp>
        <p:nvSpPr>
          <p:cNvPr id="146" name="Google Shape;146;p10"/>
          <p:cNvSpPr txBox="1"/>
          <p:nvPr>
            <p:ph idx="1" type="body"/>
          </p:nvPr>
        </p:nvSpPr>
        <p:spPr>
          <a:xfrm>
            <a:off x="0" y="1219200"/>
            <a:ext cx="9067800" cy="5638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b="1" lang="en-US" sz="2000">
                <a:solidFill>
                  <a:schemeClr val="dk1"/>
                </a:solidFill>
                <a:latin typeface="Arial"/>
                <a:ea typeface="Arial"/>
                <a:cs typeface="Arial"/>
                <a:sym typeface="Arial"/>
              </a:rPr>
              <a:t>A counting semaphore uses a count to allow it to be acquired or released multiple times. </a:t>
            </a:r>
            <a:endParaRPr/>
          </a:p>
          <a:p>
            <a:pPr indent="-342900" lvl="0" marL="342900" rtl="0" algn="l">
              <a:spcBef>
                <a:spcPts val="400"/>
              </a:spcBef>
              <a:spcAft>
                <a:spcPts val="0"/>
              </a:spcAft>
              <a:buClr>
                <a:schemeClr val="dk1"/>
              </a:buClr>
              <a:buSzPts val="2000"/>
              <a:buChar char="•"/>
            </a:pPr>
            <a:r>
              <a:rPr b="1" lang="en-US" sz="2000">
                <a:solidFill>
                  <a:schemeClr val="dk1"/>
                </a:solidFill>
                <a:latin typeface="Arial"/>
                <a:ea typeface="Arial"/>
                <a:cs typeface="Arial"/>
                <a:sym typeface="Arial"/>
              </a:rPr>
              <a:t>When creating a counting semaphore, assign the semaphore a count that denotes the number of semaphore tokens it has initially. </a:t>
            </a:r>
            <a:endParaRPr/>
          </a:p>
          <a:p>
            <a:pPr indent="-342900" lvl="0" marL="342900" rtl="0" algn="l">
              <a:spcBef>
                <a:spcPts val="400"/>
              </a:spcBef>
              <a:spcAft>
                <a:spcPts val="0"/>
              </a:spcAft>
              <a:buClr>
                <a:schemeClr val="dk1"/>
              </a:buClr>
              <a:buSzPts val="2000"/>
              <a:buChar char="•"/>
            </a:pPr>
            <a:r>
              <a:rPr b="1" lang="en-US" sz="2000">
                <a:solidFill>
                  <a:schemeClr val="dk1"/>
                </a:solidFill>
                <a:latin typeface="Arial"/>
                <a:ea typeface="Arial"/>
                <a:cs typeface="Arial"/>
                <a:sym typeface="Arial"/>
              </a:rPr>
              <a:t>If the count is greater than 0, the semaphore is created in the available state, and the number of tokens it has equals its count, as shown in Figure :-</a:t>
            </a:r>
            <a:endParaRPr/>
          </a:p>
        </p:txBody>
      </p:sp>
      <p:pic>
        <p:nvPicPr>
          <p:cNvPr descr="F:\faculty\freeRtos\Embedded\Freertos\Material\countsem.jpg" id="147" name="Google Shape;147;p10"/>
          <p:cNvPicPr preferRelativeResize="0"/>
          <p:nvPr/>
        </p:nvPicPr>
        <p:blipFill rotWithShape="1">
          <a:blip r:embed="rId3">
            <a:alphaModFix/>
          </a:blip>
          <a:srcRect b="0" l="0" r="0" t="0"/>
          <a:stretch/>
        </p:blipFill>
        <p:spPr>
          <a:xfrm>
            <a:off x="2133600" y="3797503"/>
            <a:ext cx="6248400" cy="282427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1"/>
          <p:cNvSpPr txBox="1"/>
          <p:nvPr>
            <p:ph type="title"/>
          </p:nvPr>
        </p:nvSpPr>
        <p:spPr>
          <a:xfrm>
            <a:off x="457200" y="-27709"/>
            <a:ext cx="8229600" cy="1475509"/>
          </a:xfrm>
          <a:prstGeom prst="rect">
            <a:avLst/>
          </a:prstGeom>
          <a:noFill/>
          <a:ln>
            <a:noFill/>
          </a:ln>
        </p:spPr>
        <p:txBody>
          <a:bodyPr anchorCtr="0" anchor="b" bIns="45700" lIns="91425" spcFirstLastPara="1" rIns="91425" wrap="square" tIns="45700">
            <a:noAutofit/>
          </a:bodyPr>
          <a:lstStyle/>
          <a:p>
            <a:pPr indent="0" lvl="0" marL="0" rtl="0" algn="ctr">
              <a:lnSpc>
                <a:spcPct val="120833"/>
              </a:lnSpc>
              <a:spcBef>
                <a:spcPts val="0"/>
              </a:spcBef>
              <a:spcAft>
                <a:spcPts val="0"/>
              </a:spcAft>
              <a:buClr>
                <a:schemeClr val="dk2"/>
              </a:buClr>
              <a:buSzPts val="4800"/>
              <a:buFont typeface="Palatino Linotype"/>
              <a:buNone/>
            </a:pPr>
            <a:r>
              <a:rPr lang="en-US" sz="4800"/>
              <a:t>Counting Semaphores</a:t>
            </a:r>
            <a:br>
              <a:rPr lang="en-US" sz="4800"/>
            </a:br>
            <a:r>
              <a:rPr lang="en-US" sz="4800"/>
              <a:t>FreeRTOS APIs</a:t>
            </a:r>
            <a:endParaRPr sz="4800"/>
          </a:p>
        </p:txBody>
      </p:sp>
      <p:sp>
        <p:nvSpPr>
          <p:cNvPr id="153" name="Google Shape;153;p11"/>
          <p:cNvSpPr txBox="1"/>
          <p:nvPr>
            <p:ph idx="1" type="body"/>
          </p:nvPr>
        </p:nvSpPr>
        <p:spPr>
          <a:xfrm>
            <a:off x="0" y="1524000"/>
            <a:ext cx="9067800" cy="53340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C0C0C"/>
              </a:buClr>
              <a:buSzPts val="2000"/>
              <a:buChar char="•"/>
            </a:pPr>
            <a:r>
              <a:rPr b="1" lang="en-US" sz="2000">
                <a:solidFill>
                  <a:srgbClr val="0C0C0C"/>
                </a:solidFill>
                <a:latin typeface="Arial"/>
                <a:ea typeface="Arial"/>
                <a:cs typeface="Arial"/>
                <a:sym typeface="Arial"/>
              </a:rPr>
              <a:t>To Counting</a:t>
            </a:r>
            <a:r>
              <a:rPr lang="en-US" sz="2000"/>
              <a:t> </a:t>
            </a:r>
            <a:r>
              <a:rPr b="1" lang="en-US" sz="2000">
                <a:solidFill>
                  <a:srgbClr val="0C0C0C"/>
                </a:solidFill>
                <a:latin typeface="Arial"/>
                <a:ea typeface="Arial"/>
                <a:cs typeface="Arial"/>
                <a:sym typeface="Arial"/>
              </a:rPr>
              <a:t>binary semaphore:</a:t>
            </a:r>
            <a:endParaRPr/>
          </a:p>
          <a:p>
            <a:pPr indent="-285750" lvl="1" marL="742950" rtl="0" algn="l">
              <a:spcBef>
                <a:spcPts val="360"/>
              </a:spcBef>
              <a:spcAft>
                <a:spcPts val="0"/>
              </a:spcAft>
              <a:buClr>
                <a:srgbClr val="6F95D2"/>
              </a:buClr>
              <a:buSzPts val="1800"/>
              <a:buChar char="o"/>
            </a:pPr>
            <a:r>
              <a:rPr b="1" lang="en-US" sz="1800">
                <a:solidFill>
                  <a:srgbClr val="6F95D2"/>
                </a:solidFill>
                <a:latin typeface="Arial"/>
                <a:ea typeface="Arial"/>
                <a:cs typeface="Arial"/>
                <a:sym typeface="Arial"/>
              </a:rPr>
              <a:t>SemaphoreHandle_t</a:t>
            </a:r>
            <a:r>
              <a:rPr b="1" lang="en-US" sz="1800">
                <a:solidFill>
                  <a:schemeClr val="dk1"/>
                </a:solidFill>
                <a:latin typeface="Arial"/>
                <a:ea typeface="Arial"/>
                <a:cs typeface="Arial"/>
                <a:sym typeface="Arial"/>
              </a:rPr>
              <a:t> xSemaphoreCreateCounting( </a:t>
            </a:r>
            <a:r>
              <a:rPr b="1" lang="en-US" sz="1800">
                <a:solidFill>
                  <a:srgbClr val="6F95D2"/>
                </a:solidFill>
                <a:latin typeface="Arial"/>
                <a:ea typeface="Arial"/>
                <a:cs typeface="Arial"/>
                <a:sym typeface="Arial"/>
              </a:rPr>
              <a:t>UBaseType_t</a:t>
            </a:r>
            <a:r>
              <a:rPr b="1" lang="en-US" sz="1800">
                <a:solidFill>
                  <a:schemeClr val="dk1"/>
                </a:solidFill>
                <a:latin typeface="Arial"/>
                <a:ea typeface="Arial"/>
                <a:cs typeface="Arial"/>
                <a:sym typeface="Arial"/>
              </a:rPr>
              <a:t> uxMaxCount, </a:t>
            </a:r>
            <a:r>
              <a:rPr b="1" lang="en-US" sz="1800">
                <a:solidFill>
                  <a:srgbClr val="6F95D2"/>
                </a:solidFill>
                <a:latin typeface="Arial"/>
                <a:ea typeface="Arial"/>
                <a:cs typeface="Arial"/>
                <a:sym typeface="Arial"/>
              </a:rPr>
              <a:t>UBaseType_t</a:t>
            </a:r>
            <a:r>
              <a:rPr b="1" lang="en-US" sz="1800">
                <a:solidFill>
                  <a:schemeClr val="dk1"/>
                </a:solidFill>
                <a:latin typeface="Arial"/>
                <a:ea typeface="Arial"/>
                <a:cs typeface="Arial"/>
                <a:sym typeface="Arial"/>
              </a:rPr>
              <a:t> uxInitialCount );</a:t>
            </a:r>
            <a:endParaRPr b="1" sz="1800">
              <a:solidFill>
                <a:schemeClr val="dk1"/>
              </a:solidFill>
              <a:latin typeface="Arial"/>
              <a:ea typeface="Arial"/>
              <a:cs typeface="Arial"/>
              <a:sym typeface="Arial"/>
            </a:endParaRPr>
          </a:p>
          <a:p>
            <a:pPr indent="-215900" lvl="0" marL="342900" rtl="0" algn="l">
              <a:spcBef>
                <a:spcPts val="400"/>
              </a:spcBef>
              <a:spcAft>
                <a:spcPts val="0"/>
              </a:spcAft>
              <a:buClr>
                <a:srgbClr val="7F7F7F"/>
              </a:buClr>
              <a:buSzPts val="2000"/>
              <a:buNone/>
            </a:pPr>
            <a:r>
              <a:t/>
            </a:r>
            <a:endParaRPr b="1" sz="2000">
              <a:solidFill>
                <a:schemeClr val="dk1"/>
              </a:solidFill>
              <a:latin typeface="Arial"/>
              <a:ea typeface="Arial"/>
              <a:cs typeface="Arial"/>
              <a:sym typeface="Arial"/>
            </a:endParaRPr>
          </a:p>
          <a:p>
            <a:pPr indent="0" lvl="0" marL="0" rtl="0" algn="ctr">
              <a:spcBef>
                <a:spcPts val="360"/>
              </a:spcBef>
              <a:spcAft>
                <a:spcPts val="0"/>
              </a:spcAft>
              <a:buClr>
                <a:schemeClr val="dk1"/>
              </a:buClr>
              <a:buSzPts val="1800"/>
              <a:buNone/>
            </a:pPr>
            <a:r>
              <a:rPr lang="en-US" sz="1800">
                <a:solidFill>
                  <a:schemeClr val="dk1"/>
                </a:solidFill>
                <a:latin typeface="Arial"/>
                <a:ea typeface="Arial"/>
                <a:cs typeface="Arial"/>
                <a:sym typeface="Arial"/>
              </a:rPr>
              <a:t>When the semaphore is to be used to manage access to a collection of resources, </a:t>
            </a:r>
            <a:r>
              <a:rPr b="1" lang="en-US" sz="1800">
                <a:solidFill>
                  <a:schemeClr val="dk1"/>
                </a:solidFill>
                <a:latin typeface="Arial"/>
                <a:ea typeface="Arial"/>
                <a:cs typeface="Arial"/>
                <a:sym typeface="Arial"/>
              </a:rPr>
              <a:t>uxMaxCount</a:t>
            </a:r>
            <a:r>
              <a:rPr lang="en-US" sz="1800">
                <a:solidFill>
                  <a:schemeClr val="dk1"/>
                </a:solidFill>
                <a:latin typeface="Arial"/>
                <a:ea typeface="Arial"/>
                <a:cs typeface="Arial"/>
                <a:sym typeface="Arial"/>
              </a:rPr>
              <a:t> should be set to the total number of resources that are available.</a:t>
            </a:r>
            <a:endParaRPr/>
          </a:p>
          <a:p>
            <a:pPr indent="0" lvl="0" marL="0" rtl="0" algn="ctr">
              <a:spcBef>
                <a:spcPts val="360"/>
              </a:spcBef>
              <a:spcAft>
                <a:spcPts val="0"/>
              </a:spcAft>
              <a:buClr>
                <a:srgbClr val="7F7F7F"/>
              </a:buClr>
              <a:buSzPts val="1800"/>
              <a:buNone/>
            </a:pPr>
            <a:r>
              <a:t/>
            </a:r>
            <a:endParaRPr b="1" sz="1800">
              <a:solidFill>
                <a:schemeClr val="dk1"/>
              </a:solidFill>
              <a:latin typeface="Arial"/>
              <a:ea typeface="Arial"/>
              <a:cs typeface="Arial"/>
              <a:sym typeface="Arial"/>
            </a:endParaRPr>
          </a:p>
          <a:p>
            <a:pPr indent="-133350" lvl="0" marL="285750" rtl="0" algn="l">
              <a:spcBef>
                <a:spcPts val="480"/>
              </a:spcBef>
              <a:spcAft>
                <a:spcPts val="0"/>
              </a:spcAft>
              <a:buClr>
                <a:srgbClr val="7F7F7F"/>
              </a:buClr>
              <a:buSzPts val="2400"/>
              <a:buNone/>
            </a:pPr>
            <a:r>
              <a:t/>
            </a:r>
            <a:endParaRPr b="1">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2"/>
          <p:cNvSpPr txBox="1"/>
          <p:nvPr>
            <p:ph type="title"/>
          </p:nvPr>
        </p:nvSpPr>
        <p:spPr>
          <a:xfrm>
            <a:off x="457200" y="228601"/>
            <a:ext cx="8229600" cy="990600"/>
          </a:xfrm>
          <a:prstGeom prst="rect">
            <a:avLst/>
          </a:prstGeom>
          <a:noFill/>
          <a:ln>
            <a:noFill/>
          </a:ln>
        </p:spPr>
        <p:txBody>
          <a:bodyPr anchorCtr="0" anchor="b" bIns="45700" lIns="91425" spcFirstLastPara="1" rIns="91425" wrap="square" tIns="45700">
            <a:noAutofit/>
          </a:bodyPr>
          <a:lstStyle/>
          <a:p>
            <a:pPr indent="0" lvl="0" marL="0" rtl="0" algn="ctr">
              <a:lnSpc>
                <a:spcPct val="120833"/>
              </a:lnSpc>
              <a:spcBef>
                <a:spcPts val="0"/>
              </a:spcBef>
              <a:spcAft>
                <a:spcPts val="0"/>
              </a:spcAft>
              <a:buClr>
                <a:schemeClr val="dk2"/>
              </a:buClr>
              <a:buSzPts val="4800"/>
              <a:buFont typeface="Palatino Linotype"/>
              <a:buNone/>
            </a:pPr>
            <a:r>
              <a:rPr lang="en-US" sz="4800"/>
              <a:t>Critical Sections</a:t>
            </a:r>
            <a:endParaRPr sz="4800"/>
          </a:p>
        </p:txBody>
      </p:sp>
      <p:sp>
        <p:nvSpPr>
          <p:cNvPr id="159" name="Google Shape;159;p12"/>
          <p:cNvSpPr txBox="1"/>
          <p:nvPr>
            <p:ph idx="1" type="body"/>
          </p:nvPr>
        </p:nvSpPr>
        <p:spPr>
          <a:xfrm>
            <a:off x="0" y="1524000"/>
            <a:ext cx="9067800" cy="53340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C0C0C"/>
              </a:buClr>
              <a:buSzPts val="2000"/>
              <a:buChar char="•"/>
            </a:pPr>
            <a:r>
              <a:rPr lang="en-US" sz="2000">
                <a:solidFill>
                  <a:srgbClr val="0C0C0C"/>
                </a:solidFill>
                <a:latin typeface="Arial"/>
                <a:ea typeface="Arial"/>
                <a:cs typeface="Arial"/>
                <a:sym typeface="Arial"/>
              </a:rPr>
              <a:t>A switch to another task cannot occur between the call to </a:t>
            </a:r>
            <a:r>
              <a:rPr b="1" lang="en-US" sz="2000">
                <a:solidFill>
                  <a:srgbClr val="0C0C0C"/>
                </a:solidFill>
                <a:latin typeface="Arial"/>
                <a:ea typeface="Arial"/>
                <a:cs typeface="Arial"/>
                <a:sym typeface="Arial"/>
              </a:rPr>
              <a:t>taskENTER_CRITICAL</a:t>
            </a:r>
            <a:r>
              <a:rPr lang="en-US" sz="2000">
                <a:solidFill>
                  <a:srgbClr val="0C0C0C"/>
                </a:solidFill>
                <a:latin typeface="Arial"/>
                <a:ea typeface="Arial"/>
                <a:cs typeface="Arial"/>
                <a:sym typeface="Arial"/>
              </a:rPr>
              <a:t>() and the call to </a:t>
            </a:r>
            <a:r>
              <a:rPr b="1" lang="en-US" sz="2000">
                <a:solidFill>
                  <a:srgbClr val="0C0C0C"/>
                </a:solidFill>
                <a:latin typeface="Arial"/>
                <a:ea typeface="Arial"/>
                <a:cs typeface="Arial"/>
                <a:sym typeface="Arial"/>
              </a:rPr>
              <a:t>taskEXIT_CRITICAL</a:t>
            </a:r>
            <a:r>
              <a:rPr lang="en-US" sz="2000">
                <a:solidFill>
                  <a:srgbClr val="0C0C0C"/>
                </a:solidFill>
                <a:latin typeface="Arial"/>
                <a:ea typeface="Arial"/>
                <a:cs typeface="Arial"/>
                <a:sym typeface="Arial"/>
              </a:rPr>
              <a:t>(). </a:t>
            </a:r>
            <a:endParaRPr sz="2000">
              <a:solidFill>
                <a:srgbClr val="0C0C0C"/>
              </a:solidFill>
              <a:latin typeface="Arial"/>
              <a:ea typeface="Arial"/>
              <a:cs typeface="Arial"/>
              <a:sym typeface="Arial"/>
            </a:endParaRPr>
          </a:p>
          <a:p>
            <a:pPr indent="-215900" lvl="0" marL="342900" rtl="0" algn="l">
              <a:lnSpc>
                <a:spcPct val="150000"/>
              </a:lnSpc>
              <a:spcBef>
                <a:spcPts val="400"/>
              </a:spcBef>
              <a:spcAft>
                <a:spcPts val="0"/>
              </a:spcAft>
              <a:buClr>
                <a:srgbClr val="7F7F7F"/>
              </a:buClr>
              <a:buSzPts val="2000"/>
              <a:buNone/>
            </a:pPr>
            <a:r>
              <a:t/>
            </a:r>
            <a:endParaRPr sz="2000">
              <a:solidFill>
                <a:srgbClr val="0C0C0C"/>
              </a:solidFill>
              <a:latin typeface="Arial"/>
              <a:ea typeface="Arial"/>
              <a:cs typeface="Arial"/>
              <a:sym typeface="Arial"/>
            </a:endParaRPr>
          </a:p>
          <a:p>
            <a:pPr indent="-342900" lvl="0" marL="342900" rtl="0" algn="l">
              <a:lnSpc>
                <a:spcPct val="150000"/>
              </a:lnSpc>
              <a:spcBef>
                <a:spcPts val="400"/>
              </a:spcBef>
              <a:spcAft>
                <a:spcPts val="0"/>
              </a:spcAft>
              <a:buClr>
                <a:srgbClr val="0C0C0C"/>
              </a:buClr>
              <a:buSzPts val="2000"/>
              <a:buChar char="•"/>
            </a:pPr>
            <a:r>
              <a:rPr lang="en-US" sz="2000">
                <a:solidFill>
                  <a:srgbClr val="0C0C0C"/>
                </a:solidFill>
                <a:latin typeface="Arial"/>
                <a:ea typeface="Arial"/>
                <a:cs typeface="Arial"/>
                <a:sym typeface="Arial"/>
              </a:rPr>
              <a:t>Critical  sections  implemented  in  this  way  are  a  very  crude  method  of  providing  mutual exclusion.</a:t>
            </a:r>
            <a:endParaRPr/>
          </a:p>
          <a:p>
            <a:pPr indent="-215900" lvl="0" marL="342900" rtl="0" algn="l">
              <a:lnSpc>
                <a:spcPct val="150000"/>
              </a:lnSpc>
              <a:spcBef>
                <a:spcPts val="400"/>
              </a:spcBef>
              <a:spcAft>
                <a:spcPts val="0"/>
              </a:spcAft>
              <a:buClr>
                <a:srgbClr val="7F7F7F"/>
              </a:buClr>
              <a:buSzPts val="2000"/>
              <a:buNone/>
            </a:pPr>
            <a:r>
              <a:t/>
            </a:r>
            <a:endParaRPr sz="2000">
              <a:solidFill>
                <a:srgbClr val="0C0C0C"/>
              </a:solidFill>
              <a:latin typeface="Arial"/>
              <a:ea typeface="Arial"/>
              <a:cs typeface="Arial"/>
              <a:sym typeface="Arial"/>
            </a:endParaRPr>
          </a:p>
          <a:p>
            <a:pPr indent="-342900" lvl="0" marL="342900" rtl="0" algn="l">
              <a:lnSpc>
                <a:spcPct val="150000"/>
              </a:lnSpc>
              <a:spcBef>
                <a:spcPts val="400"/>
              </a:spcBef>
              <a:spcAft>
                <a:spcPts val="0"/>
              </a:spcAft>
              <a:buClr>
                <a:srgbClr val="0C0C0C"/>
              </a:buClr>
              <a:buSzPts val="2000"/>
              <a:buChar char="•"/>
            </a:pPr>
            <a:r>
              <a:rPr lang="en-US" sz="2000">
                <a:solidFill>
                  <a:srgbClr val="0C0C0C"/>
                </a:solidFill>
                <a:latin typeface="Arial"/>
                <a:ea typeface="Arial"/>
                <a:cs typeface="Arial"/>
                <a:sym typeface="Arial"/>
              </a:rPr>
              <a:t>They work by disabling </a:t>
            </a:r>
            <a:r>
              <a:rPr b="1" lang="en-US" sz="2000">
                <a:solidFill>
                  <a:srgbClr val="0C0C0C"/>
                </a:solidFill>
                <a:latin typeface="Arial"/>
                <a:ea typeface="Arial"/>
                <a:cs typeface="Arial"/>
                <a:sym typeface="Arial"/>
              </a:rPr>
              <a:t>interrupts</a:t>
            </a:r>
            <a:r>
              <a:rPr lang="en-US" sz="2000">
                <a:solidFill>
                  <a:srgbClr val="0C0C0C"/>
                </a:solidFill>
                <a:latin typeface="Arial"/>
                <a:ea typeface="Arial"/>
                <a:cs typeface="Arial"/>
                <a:sym typeface="Arial"/>
              </a:rPr>
              <a:t>,  either completely, or up to the interrupt priority set  by  </a:t>
            </a:r>
            <a:r>
              <a:rPr b="1" lang="en-US" sz="2000">
                <a:solidFill>
                  <a:srgbClr val="0C0C0C"/>
                </a:solidFill>
                <a:latin typeface="Arial"/>
                <a:ea typeface="Arial"/>
                <a:cs typeface="Arial"/>
                <a:sym typeface="Arial"/>
              </a:rPr>
              <a:t>configMAX_SYSCALL_INTERRUPT_PRIORITY</a:t>
            </a:r>
            <a:r>
              <a:rPr lang="en-US" sz="2000">
                <a:solidFill>
                  <a:srgbClr val="0C0C0C"/>
                </a:solidFill>
                <a:latin typeface="Arial"/>
                <a:ea typeface="Arial"/>
                <a:cs typeface="Arial"/>
                <a:sym typeface="Arial"/>
              </a:rPr>
              <a:t>— depending  on  the  FreeRTOS  port being used.</a:t>
            </a:r>
            <a:endParaRPr>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Executive">
  <a:themeElements>
    <a:clrScheme name="Executive">
      <a:dk1>
        <a:srgbClr val="000000"/>
      </a:dk1>
      <a:lt1>
        <a:srgbClr val="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Hisham-PC</dc:creator>
</cp:coreProperties>
</file>